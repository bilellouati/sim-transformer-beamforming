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99" r:id="rId2"/>
  </p:sldMasterIdLst>
  <p:notesMasterIdLst>
    <p:notesMasterId r:id="rId16"/>
  </p:notesMasterIdLst>
  <p:sldIdLst>
    <p:sldId id="317" r:id="rId3"/>
    <p:sldId id="330" r:id="rId4"/>
    <p:sldId id="332" r:id="rId5"/>
    <p:sldId id="333" r:id="rId6"/>
    <p:sldId id="331" r:id="rId7"/>
    <p:sldId id="318" r:id="rId8"/>
    <p:sldId id="324" r:id="rId9"/>
    <p:sldId id="326" r:id="rId10"/>
    <p:sldId id="311" r:id="rId11"/>
    <p:sldId id="327" r:id="rId12"/>
    <p:sldId id="328" r:id="rId13"/>
    <p:sldId id="299" r:id="rId14"/>
    <p:sldId id="329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2587"/>
    <a:srgbClr val="00939D"/>
    <a:srgbClr val="D782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5" autoAdjust="0"/>
    <p:restoredTop sz="93366" autoAdjust="0"/>
  </p:normalViewPr>
  <p:slideViewPr>
    <p:cSldViewPr>
      <p:cViewPr varScale="1">
        <p:scale>
          <a:sx n="82" d="100"/>
          <a:sy n="82" d="100"/>
        </p:scale>
        <p:origin x="547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3134" y="72"/>
      </p:cViewPr>
      <p:guideLst/>
    </p:cSldViewPr>
  </p:notesViewPr>
  <p:gridSpacing cx="180000" cy="18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B79779-CBF2-4146-8A54-CD7E443BB2AF}" type="datetimeFigureOut">
              <a:rPr lang="fr-FR" smtClean="0"/>
              <a:t>02/07/2024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2D134-635A-4290-8EC7-552BE1A353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3308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F2D134-635A-4290-8EC7-552BE1A3538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9017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F2D134-635A-4290-8EC7-552BE1A3538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853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F2D134-635A-4290-8EC7-552BE1A3538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339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F2D134-635A-4290-8EC7-552BE1A3538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2959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10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12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.emf"/><Relationship Id="rId4" Type="http://schemas.openxmlformats.org/officeDocument/2006/relationships/image" Target="../media/image9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9.jpeg"/><Relationship Id="rId4" Type="http://schemas.openxmlformats.org/officeDocument/2006/relationships/image" Target="../media/image18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re CEA-Le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8" y="2654299"/>
            <a:ext cx="5294312" cy="1587501"/>
          </a:xfrm>
        </p:spPr>
        <p:txBody>
          <a:bodyPr anchor="b">
            <a:no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838" y="4262438"/>
            <a:ext cx="5294312" cy="1655762"/>
          </a:xfrm>
        </p:spPr>
        <p:txBody>
          <a:bodyPr>
            <a:no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72B667D-CC06-7D82-8E0F-CFDA021D6AD4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</a:t>
            </a:r>
            <a:r>
              <a:rPr lang="fr-FR" sz="1200" dirty="0" smtClean="0">
                <a:solidFill>
                  <a:schemeClr val="bg1">
                    <a:lumMod val="50000"/>
                  </a:schemeClr>
                </a:solidFill>
              </a:rPr>
              <a:t>CEA-Leti</a:t>
            </a:r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F5FF40-204E-79EE-35CB-85711491D064}"/>
              </a:ext>
            </a:extLst>
          </p:cNvPr>
          <p:cNvSpPr/>
          <p:nvPr/>
        </p:nvSpPr>
        <p:spPr>
          <a:xfrm>
            <a:off x="11182350" y="0"/>
            <a:ext cx="10096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 dirty="0"/>
          </a:p>
        </p:txBody>
      </p:sp>
      <p:pic>
        <p:nvPicPr>
          <p:cNvPr id="11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38" y="734798"/>
            <a:ext cx="3563937" cy="179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770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image CEA-Le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38" y="734798"/>
            <a:ext cx="3563937" cy="179886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8" y="2654299"/>
            <a:ext cx="5294312" cy="1587501"/>
          </a:xfrm>
        </p:spPr>
        <p:txBody>
          <a:bodyPr lIns="0" anchor="b">
            <a:no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838" y="4262438"/>
            <a:ext cx="5294312" cy="1655762"/>
          </a:xfrm>
        </p:spPr>
        <p:txBody>
          <a:bodyPr rIns="0">
            <a:no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Modifier le style des sous-titres du masque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31EACC6-5472-4DD6-3DB8-DB3936803B32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</a:t>
            </a:r>
            <a:r>
              <a:rPr lang="fr-FR" sz="1200" dirty="0" smtClean="0">
                <a:solidFill>
                  <a:schemeClr val="bg1">
                    <a:lumMod val="50000"/>
                  </a:schemeClr>
                </a:solidFill>
              </a:rPr>
              <a:t>Titre CEA-Leti </a:t>
            </a: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image</a:t>
            </a:r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A735B0D2-65F8-67B3-4CB3-F526012A0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585" y="-1588"/>
            <a:ext cx="20638" cy="311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1" name="Espace réservé pour une image  60">
            <a:extLst>
              <a:ext uri="{FF2B5EF4-FFF2-40B4-BE49-F238E27FC236}">
                <a16:creationId xmlns:a16="http://schemas.microsoft.com/office/drawing/2014/main" id="{570E7ABE-1C46-BCBC-E4AA-CED1991C31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435600" y="0"/>
            <a:ext cx="6756400" cy="6858000"/>
          </a:xfrm>
          <a:custGeom>
            <a:avLst/>
            <a:gdLst>
              <a:gd name="connsiteX0" fmla="*/ 558577 w 6756400"/>
              <a:gd name="connsiteY0" fmla="*/ 2472501 h 6858000"/>
              <a:gd name="connsiteX1" fmla="*/ 1118234 w 6756400"/>
              <a:gd name="connsiteY1" fmla="*/ 2898413 h 6858000"/>
              <a:gd name="connsiteX2" fmla="*/ 754773 w 6756400"/>
              <a:gd name="connsiteY2" fmla="*/ 3179642 h 6858000"/>
              <a:gd name="connsiteX3" fmla="*/ 765623 w 6756400"/>
              <a:gd name="connsiteY3" fmla="*/ 3197727 h 6858000"/>
              <a:gd name="connsiteX4" fmla="*/ 1132700 w 6756400"/>
              <a:gd name="connsiteY4" fmla="*/ 2912881 h 6858000"/>
              <a:gd name="connsiteX5" fmla="*/ 1132700 w 6756400"/>
              <a:gd name="connsiteY5" fmla="*/ 3443689 h 6858000"/>
              <a:gd name="connsiteX6" fmla="*/ 978998 w 6756400"/>
              <a:gd name="connsiteY6" fmla="*/ 3562149 h 6858000"/>
              <a:gd name="connsiteX7" fmla="*/ 990752 w 6756400"/>
              <a:gd name="connsiteY7" fmla="*/ 3582043 h 6858000"/>
              <a:gd name="connsiteX8" fmla="*/ 1138125 w 6756400"/>
              <a:gd name="connsiteY8" fmla="*/ 3467200 h 6858000"/>
              <a:gd name="connsiteX9" fmla="*/ 1697783 w 6756400"/>
              <a:gd name="connsiteY9" fmla="*/ 3892208 h 6858000"/>
              <a:gd name="connsiteX10" fmla="*/ 1337034 w 6756400"/>
              <a:gd name="connsiteY10" fmla="*/ 4172532 h 6858000"/>
              <a:gd name="connsiteX11" fmla="*/ 1346980 w 6756400"/>
              <a:gd name="connsiteY11" fmla="*/ 4190618 h 6858000"/>
              <a:gd name="connsiteX12" fmla="*/ 1704112 w 6756400"/>
              <a:gd name="connsiteY12" fmla="*/ 3913006 h 6858000"/>
              <a:gd name="connsiteX13" fmla="*/ 1704112 w 6756400"/>
              <a:gd name="connsiteY13" fmla="*/ 4443814 h 6858000"/>
              <a:gd name="connsiteX14" fmla="*/ 1560355 w 6756400"/>
              <a:gd name="connsiteY14" fmla="*/ 4555944 h 6858000"/>
              <a:gd name="connsiteX15" fmla="*/ 1149879 w 6756400"/>
              <a:gd name="connsiteY15" fmla="*/ 4874248 h 6858000"/>
              <a:gd name="connsiteX16" fmla="*/ 1149879 w 6756400"/>
              <a:gd name="connsiteY16" fmla="*/ 4343440 h 6858000"/>
              <a:gd name="connsiteX17" fmla="*/ 1346076 w 6756400"/>
              <a:gd name="connsiteY17" fmla="*/ 4190618 h 6858000"/>
              <a:gd name="connsiteX18" fmla="*/ 1336130 w 6756400"/>
              <a:gd name="connsiteY18" fmla="*/ 4173437 h 6858000"/>
              <a:gd name="connsiteX19" fmla="*/ 1139934 w 6756400"/>
              <a:gd name="connsiteY19" fmla="*/ 4325354 h 6858000"/>
              <a:gd name="connsiteX20" fmla="*/ 580276 w 6756400"/>
              <a:gd name="connsiteY20" fmla="*/ 3900346 h 6858000"/>
              <a:gd name="connsiteX21" fmla="*/ 989848 w 6756400"/>
              <a:gd name="connsiteY21" fmla="*/ 3582043 h 6858000"/>
              <a:gd name="connsiteX22" fmla="*/ 978094 w 6756400"/>
              <a:gd name="connsiteY22" fmla="*/ 3563053 h 6858000"/>
              <a:gd name="connsiteX23" fmla="*/ 577563 w 6756400"/>
              <a:gd name="connsiteY23" fmla="*/ 3874123 h 6858000"/>
              <a:gd name="connsiteX24" fmla="*/ 577563 w 6756400"/>
              <a:gd name="connsiteY24" fmla="*/ 3342411 h 6858000"/>
              <a:gd name="connsiteX25" fmla="*/ 764719 w 6756400"/>
              <a:gd name="connsiteY25" fmla="*/ 3197727 h 6858000"/>
              <a:gd name="connsiteX26" fmla="*/ 754773 w 6756400"/>
              <a:gd name="connsiteY26" fmla="*/ 3180546 h 6858000"/>
              <a:gd name="connsiteX27" fmla="*/ 567618 w 6756400"/>
              <a:gd name="connsiteY27" fmla="*/ 3325229 h 6858000"/>
              <a:gd name="connsiteX28" fmla="*/ 7960 w 6756400"/>
              <a:gd name="connsiteY28" fmla="*/ 2899317 h 6858000"/>
              <a:gd name="connsiteX29" fmla="*/ 558577 w 6756400"/>
              <a:gd name="connsiteY29" fmla="*/ 2472501 h 6858000"/>
              <a:gd name="connsiteX30" fmla="*/ 1724907 w 6756400"/>
              <a:gd name="connsiteY30" fmla="*/ 0 h 6858000"/>
              <a:gd name="connsiteX31" fmla="*/ 6756400 w 6756400"/>
              <a:gd name="connsiteY31" fmla="*/ 0 h 6858000"/>
              <a:gd name="connsiteX32" fmla="*/ 6756400 w 6756400"/>
              <a:gd name="connsiteY32" fmla="*/ 6858000 h 6858000"/>
              <a:gd name="connsiteX33" fmla="*/ 0 w 6756400"/>
              <a:gd name="connsiteY33" fmla="*/ 6858000 h 6858000"/>
              <a:gd name="connsiteX34" fmla="*/ 0 w 6756400"/>
              <a:gd name="connsiteY34" fmla="*/ 6856412 h 6858000"/>
              <a:gd name="connsiteX35" fmla="*/ 162738 w 6756400"/>
              <a:gd name="connsiteY35" fmla="*/ 6856412 h 6858000"/>
              <a:gd name="connsiteX36" fmla="*/ 1149879 w 6756400"/>
              <a:gd name="connsiteY36" fmla="*/ 6856412 h 6858000"/>
              <a:gd name="connsiteX37" fmla="*/ 1149879 w 6756400"/>
              <a:gd name="connsiteY37" fmla="*/ 6332839 h 6858000"/>
              <a:gd name="connsiteX38" fmla="*/ 1704112 w 6756400"/>
              <a:gd name="connsiteY38" fmla="*/ 5902405 h 6858000"/>
              <a:gd name="connsiteX39" fmla="*/ 1704112 w 6756400"/>
              <a:gd name="connsiteY39" fmla="*/ 6433213 h 6858000"/>
              <a:gd name="connsiteX40" fmla="*/ 1159824 w 6756400"/>
              <a:gd name="connsiteY40" fmla="*/ 6855508 h 6858000"/>
              <a:gd name="connsiteX41" fmla="*/ 1193277 w 6756400"/>
              <a:gd name="connsiteY41" fmla="*/ 6855508 h 6858000"/>
              <a:gd name="connsiteX42" fmla="*/ 1724907 w 6756400"/>
              <a:gd name="connsiteY42" fmla="*/ 6443160 h 6858000"/>
              <a:gd name="connsiteX43" fmla="*/ 1724907 w 6756400"/>
              <a:gd name="connsiteY43" fmla="*/ 5877086 h 6858000"/>
              <a:gd name="connsiteX44" fmla="*/ 1386762 w 6756400"/>
              <a:gd name="connsiteY44" fmla="*/ 5620272 h 6858000"/>
              <a:gd name="connsiteX45" fmla="*/ 1343363 w 6756400"/>
              <a:gd name="connsiteY45" fmla="*/ 5612134 h 6858000"/>
              <a:gd name="connsiteX46" fmla="*/ 1697783 w 6756400"/>
              <a:gd name="connsiteY46" fmla="*/ 5881607 h 6858000"/>
              <a:gd name="connsiteX47" fmla="*/ 1139934 w 6756400"/>
              <a:gd name="connsiteY47" fmla="*/ 6314753 h 6858000"/>
              <a:gd name="connsiteX48" fmla="*/ 581180 w 6756400"/>
              <a:gd name="connsiteY48" fmla="*/ 5889745 h 6858000"/>
              <a:gd name="connsiteX49" fmla="*/ 1014259 w 6756400"/>
              <a:gd name="connsiteY49" fmla="*/ 5553356 h 6858000"/>
              <a:gd name="connsiteX50" fmla="*/ 987135 w 6756400"/>
              <a:gd name="connsiteY50" fmla="*/ 5548835 h 6858000"/>
              <a:gd name="connsiteX51" fmla="*/ 577563 w 6756400"/>
              <a:gd name="connsiteY51" fmla="*/ 5866234 h 6858000"/>
              <a:gd name="connsiteX52" fmla="*/ 577563 w 6756400"/>
              <a:gd name="connsiteY52" fmla="*/ 5335426 h 6858000"/>
              <a:gd name="connsiteX53" fmla="*/ 1132700 w 6756400"/>
              <a:gd name="connsiteY53" fmla="*/ 4905897 h 6858000"/>
              <a:gd name="connsiteX54" fmla="*/ 1132700 w 6756400"/>
              <a:gd name="connsiteY54" fmla="*/ 5435801 h 6858000"/>
              <a:gd name="connsiteX55" fmla="*/ 988039 w 6756400"/>
              <a:gd name="connsiteY55" fmla="*/ 5547930 h 6858000"/>
              <a:gd name="connsiteX56" fmla="*/ 1015163 w 6756400"/>
              <a:gd name="connsiteY56" fmla="*/ 5552452 h 6858000"/>
              <a:gd name="connsiteX57" fmla="*/ 1139029 w 6756400"/>
              <a:gd name="connsiteY57" fmla="*/ 5456599 h 6858000"/>
              <a:gd name="connsiteX58" fmla="*/ 1342459 w 6756400"/>
              <a:gd name="connsiteY58" fmla="*/ 5611229 h 6858000"/>
              <a:gd name="connsiteX59" fmla="*/ 1384953 w 6756400"/>
              <a:gd name="connsiteY59" fmla="*/ 5619368 h 6858000"/>
              <a:gd name="connsiteX60" fmla="*/ 1152591 w 6756400"/>
              <a:gd name="connsiteY60" fmla="*/ 5442131 h 6858000"/>
              <a:gd name="connsiteX61" fmla="*/ 1152591 w 6756400"/>
              <a:gd name="connsiteY61" fmla="*/ 4897759 h 6858000"/>
              <a:gd name="connsiteX62" fmla="*/ 1570300 w 6756400"/>
              <a:gd name="connsiteY62" fmla="*/ 4573125 h 6858000"/>
              <a:gd name="connsiteX63" fmla="*/ 1560355 w 6756400"/>
              <a:gd name="connsiteY63" fmla="*/ 4555944 h 6858000"/>
              <a:gd name="connsiteX64" fmla="*/ 1571205 w 6756400"/>
              <a:gd name="connsiteY64" fmla="*/ 4573125 h 6858000"/>
              <a:gd name="connsiteX65" fmla="*/ 1709537 w 6756400"/>
              <a:gd name="connsiteY65" fmla="*/ 4465517 h 6858000"/>
              <a:gd name="connsiteX66" fmla="*/ 2290894 w 6756400"/>
              <a:gd name="connsiteY66" fmla="*/ 4907706 h 6858000"/>
              <a:gd name="connsiteX67" fmla="*/ 2874963 w 6756400"/>
              <a:gd name="connsiteY67" fmla="*/ 4453761 h 6858000"/>
              <a:gd name="connsiteX68" fmla="*/ 2874963 w 6756400"/>
              <a:gd name="connsiteY68" fmla="*/ 4272907 h 6858000"/>
              <a:gd name="connsiteX69" fmla="*/ 2855072 w 6756400"/>
              <a:gd name="connsiteY69" fmla="*/ 4281949 h 6858000"/>
              <a:gd name="connsiteX70" fmla="*/ 2855072 w 6756400"/>
              <a:gd name="connsiteY70" fmla="*/ 4443814 h 6858000"/>
              <a:gd name="connsiteX71" fmla="*/ 2300839 w 6756400"/>
              <a:gd name="connsiteY71" fmla="*/ 4874248 h 6858000"/>
              <a:gd name="connsiteX72" fmla="*/ 2300839 w 6756400"/>
              <a:gd name="connsiteY72" fmla="*/ 4343440 h 6858000"/>
              <a:gd name="connsiteX73" fmla="*/ 2855072 w 6756400"/>
              <a:gd name="connsiteY73" fmla="*/ 3913006 h 6858000"/>
              <a:gd name="connsiteX74" fmla="*/ 2855072 w 6756400"/>
              <a:gd name="connsiteY74" fmla="*/ 4281045 h 6858000"/>
              <a:gd name="connsiteX75" fmla="*/ 2874963 w 6756400"/>
              <a:gd name="connsiteY75" fmla="*/ 4272002 h 6858000"/>
              <a:gd name="connsiteX76" fmla="*/ 2874963 w 6756400"/>
              <a:gd name="connsiteY76" fmla="*/ 3887687 h 6858000"/>
              <a:gd name="connsiteX77" fmla="*/ 2675150 w 6756400"/>
              <a:gd name="connsiteY77" fmla="*/ 3735769 h 6858000"/>
              <a:gd name="connsiteX78" fmla="*/ 2654355 w 6756400"/>
              <a:gd name="connsiteY78" fmla="*/ 3744812 h 6858000"/>
              <a:gd name="connsiteX79" fmla="*/ 2848743 w 6756400"/>
              <a:gd name="connsiteY79" fmla="*/ 3892208 h 6858000"/>
              <a:gd name="connsiteX80" fmla="*/ 2290894 w 6756400"/>
              <a:gd name="connsiteY80" fmla="*/ 4325354 h 6858000"/>
              <a:gd name="connsiteX81" fmla="*/ 1731236 w 6756400"/>
              <a:gd name="connsiteY81" fmla="*/ 3900346 h 6858000"/>
              <a:gd name="connsiteX82" fmla="*/ 2289086 w 6756400"/>
              <a:gd name="connsiteY82" fmla="*/ 3467200 h 6858000"/>
              <a:gd name="connsiteX83" fmla="*/ 2653451 w 6756400"/>
              <a:gd name="connsiteY83" fmla="*/ 3743907 h 6858000"/>
              <a:gd name="connsiteX84" fmla="*/ 2674246 w 6756400"/>
              <a:gd name="connsiteY84" fmla="*/ 3734865 h 6858000"/>
              <a:gd name="connsiteX85" fmla="*/ 2303552 w 6756400"/>
              <a:gd name="connsiteY85" fmla="*/ 3452732 h 6858000"/>
              <a:gd name="connsiteX86" fmla="*/ 2303552 w 6756400"/>
              <a:gd name="connsiteY86" fmla="*/ 3177833 h 6858000"/>
              <a:gd name="connsiteX87" fmla="*/ 2282757 w 6756400"/>
              <a:gd name="connsiteY87" fmla="*/ 3180546 h 6858000"/>
              <a:gd name="connsiteX88" fmla="*/ 2282757 w 6756400"/>
              <a:gd name="connsiteY88" fmla="*/ 3443689 h 6858000"/>
              <a:gd name="connsiteX89" fmla="*/ 1728524 w 6756400"/>
              <a:gd name="connsiteY89" fmla="*/ 3874123 h 6858000"/>
              <a:gd name="connsiteX90" fmla="*/ 1728524 w 6756400"/>
              <a:gd name="connsiteY90" fmla="*/ 3342411 h 6858000"/>
              <a:gd name="connsiteX91" fmla="*/ 1989818 w 6756400"/>
              <a:gd name="connsiteY91" fmla="*/ 3140758 h 6858000"/>
              <a:gd name="connsiteX92" fmla="*/ 1978064 w 6756400"/>
              <a:gd name="connsiteY92" fmla="*/ 3124481 h 6858000"/>
              <a:gd name="connsiteX93" fmla="*/ 1718578 w 6756400"/>
              <a:gd name="connsiteY93" fmla="*/ 3325229 h 6858000"/>
              <a:gd name="connsiteX94" fmla="*/ 1158920 w 6756400"/>
              <a:gd name="connsiteY94" fmla="*/ 2899317 h 6858000"/>
              <a:gd name="connsiteX95" fmla="*/ 1579342 w 6756400"/>
              <a:gd name="connsiteY95" fmla="*/ 2573779 h 6858000"/>
              <a:gd name="connsiteX96" fmla="*/ 1567588 w 6756400"/>
              <a:gd name="connsiteY96" fmla="*/ 2557502 h 6858000"/>
              <a:gd name="connsiteX97" fmla="*/ 1149879 w 6756400"/>
              <a:gd name="connsiteY97" fmla="*/ 2881232 h 6858000"/>
              <a:gd name="connsiteX98" fmla="*/ 1149879 w 6756400"/>
              <a:gd name="connsiteY98" fmla="*/ 2350424 h 6858000"/>
              <a:gd name="connsiteX99" fmla="*/ 1321664 w 6756400"/>
              <a:gd name="connsiteY99" fmla="*/ 2216592 h 6858000"/>
              <a:gd name="connsiteX100" fmla="*/ 1309910 w 6756400"/>
              <a:gd name="connsiteY100" fmla="*/ 2201219 h 6858000"/>
              <a:gd name="connsiteX101" fmla="*/ 1139934 w 6756400"/>
              <a:gd name="connsiteY101" fmla="*/ 2332339 h 6858000"/>
              <a:gd name="connsiteX102" fmla="*/ 580276 w 6756400"/>
              <a:gd name="connsiteY102" fmla="*/ 1907331 h 6858000"/>
              <a:gd name="connsiteX103" fmla="*/ 1138125 w 6756400"/>
              <a:gd name="connsiteY103" fmla="*/ 1474184 h 6858000"/>
              <a:gd name="connsiteX104" fmla="*/ 1697783 w 6756400"/>
              <a:gd name="connsiteY104" fmla="*/ 1899192 h 6858000"/>
              <a:gd name="connsiteX105" fmla="*/ 1310815 w 6756400"/>
              <a:gd name="connsiteY105" fmla="*/ 2200315 h 6858000"/>
              <a:gd name="connsiteX106" fmla="*/ 1322568 w 6756400"/>
              <a:gd name="connsiteY106" fmla="*/ 2216592 h 6858000"/>
              <a:gd name="connsiteX107" fmla="*/ 1704112 w 6756400"/>
              <a:gd name="connsiteY107" fmla="*/ 1919991 h 6858000"/>
              <a:gd name="connsiteX108" fmla="*/ 1704112 w 6756400"/>
              <a:gd name="connsiteY108" fmla="*/ 2450798 h 6858000"/>
              <a:gd name="connsiteX109" fmla="*/ 1568492 w 6756400"/>
              <a:gd name="connsiteY109" fmla="*/ 2556598 h 6858000"/>
              <a:gd name="connsiteX110" fmla="*/ 1580246 w 6756400"/>
              <a:gd name="connsiteY110" fmla="*/ 2572875 h 6858000"/>
              <a:gd name="connsiteX111" fmla="*/ 1709537 w 6756400"/>
              <a:gd name="connsiteY111" fmla="*/ 2472501 h 6858000"/>
              <a:gd name="connsiteX112" fmla="*/ 2269195 w 6756400"/>
              <a:gd name="connsiteY112" fmla="*/ 2898413 h 6858000"/>
              <a:gd name="connsiteX113" fmla="*/ 1978968 w 6756400"/>
              <a:gd name="connsiteY113" fmla="*/ 3123577 h 6858000"/>
              <a:gd name="connsiteX114" fmla="*/ 1990722 w 6756400"/>
              <a:gd name="connsiteY114" fmla="*/ 3139854 h 6858000"/>
              <a:gd name="connsiteX115" fmla="*/ 2282757 w 6756400"/>
              <a:gd name="connsiteY115" fmla="*/ 2912881 h 6858000"/>
              <a:gd name="connsiteX116" fmla="*/ 2282757 w 6756400"/>
              <a:gd name="connsiteY116" fmla="*/ 3179642 h 6858000"/>
              <a:gd name="connsiteX117" fmla="*/ 2303552 w 6756400"/>
              <a:gd name="connsiteY117" fmla="*/ 3176929 h 6858000"/>
              <a:gd name="connsiteX118" fmla="*/ 2303552 w 6756400"/>
              <a:gd name="connsiteY118" fmla="*/ 2904743 h 6858000"/>
              <a:gd name="connsiteX119" fmla="*/ 2327963 w 6756400"/>
              <a:gd name="connsiteY119" fmla="*/ 2885753 h 6858000"/>
              <a:gd name="connsiteX120" fmla="*/ 2327963 w 6756400"/>
              <a:gd name="connsiteY120" fmla="*/ 2860433 h 6858000"/>
              <a:gd name="connsiteX121" fmla="*/ 2300839 w 6756400"/>
              <a:gd name="connsiteY121" fmla="*/ 2881232 h 6858000"/>
              <a:gd name="connsiteX122" fmla="*/ 2300839 w 6756400"/>
              <a:gd name="connsiteY122" fmla="*/ 2350424 h 6858000"/>
              <a:gd name="connsiteX123" fmla="*/ 2327963 w 6756400"/>
              <a:gd name="connsiteY123" fmla="*/ 2328721 h 6858000"/>
              <a:gd name="connsiteX124" fmla="*/ 2327963 w 6756400"/>
              <a:gd name="connsiteY124" fmla="*/ 2303402 h 6858000"/>
              <a:gd name="connsiteX125" fmla="*/ 2290894 w 6756400"/>
              <a:gd name="connsiteY125" fmla="*/ 2332339 h 6858000"/>
              <a:gd name="connsiteX126" fmla="*/ 1731236 w 6756400"/>
              <a:gd name="connsiteY126" fmla="*/ 1907331 h 6858000"/>
              <a:gd name="connsiteX127" fmla="*/ 2289086 w 6756400"/>
              <a:gd name="connsiteY127" fmla="*/ 1474184 h 6858000"/>
              <a:gd name="connsiteX128" fmla="*/ 2848743 w 6756400"/>
              <a:gd name="connsiteY128" fmla="*/ 1899192 h 6858000"/>
              <a:gd name="connsiteX129" fmla="*/ 2328867 w 6756400"/>
              <a:gd name="connsiteY129" fmla="*/ 2302498 h 6858000"/>
              <a:gd name="connsiteX130" fmla="*/ 2328867 w 6756400"/>
              <a:gd name="connsiteY130" fmla="*/ 2327817 h 6858000"/>
              <a:gd name="connsiteX131" fmla="*/ 2855072 w 6756400"/>
              <a:gd name="connsiteY131" fmla="*/ 1919991 h 6858000"/>
              <a:gd name="connsiteX132" fmla="*/ 2855072 w 6756400"/>
              <a:gd name="connsiteY132" fmla="*/ 2450798 h 6858000"/>
              <a:gd name="connsiteX133" fmla="*/ 2328867 w 6756400"/>
              <a:gd name="connsiteY133" fmla="*/ 2859529 h 6858000"/>
              <a:gd name="connsiteX134" fmla="*/ 2328867 w 6756400"/>
              <a:gd name="connsiteY134" fmla="*/ 2884849 h 6858000"/>
              <a:gd name="connsiteX135" fmla="*/ 2874963 w 6756400"/>
              <a:gd name="connsiteY135" fmla="*/ 2460745 h 6858000"/>
              <a:gd name="connsiteX136" fmla="*/ 2874963 w 6756400"/>
              <a:gd name="connsiteY136" fmla="*/ 1894671 h 6858000"/>
              <a:gd name="connsiteX137" fmla="*/ 2303552 w 6756400"/>
              <a:gd name="connsiteY137" fmla="*/ 1459716 h 6858000"/>
              <a:gd name="connsiteX138" fmla="*/ 2303552 w 6756400"/>
              <a:gd name="connsiteY138" fmla="*/ 926195 h 6858000"/>
              <a:gd name="connsiteX139" fmla="*/ 2282757 w 6756400"/>
              <a:gd name="connsiteY139" fmla="*/ 941568 h 6858000"/>
              <a:gd name="connsiteX140" fmla="*/ 2282757 w 6756400"/>
              <a:gd name="connsiteY140" fmla="*/ 1451578 h 6858000"/>
              <a:gd name="connsiteX141" fmla="*/ 1728524 w 6756400"/>
              <a:gd name="connsiteY141" fmla="*/ 1882011 h 6858000"/>
              <a:gd name="connsiteX142" fmla="*/ 1728524 w 6756400"/>
              <a:gd name="connsiteY142" fmla="*/ 1351203 h 6858000"/>
              <a:gd name="connsiteX143" fmla="*/ 2282757 w 6756400"/>
              <a:gd name="connsiteY143" fmla="*/ 920770 h 6858000"/>
              <a:gd name="connsiteX144" fmla="*/ 2282757 w 6756400"/>
              <a:gd name="connsiteY144" fmla="*/ 940664 h 6858000"/>
              <a:gd name="connsiteX145" fmla="*/ 2303552 w 6756400"/>
              <a:gd name="connsiteY145" fmla="*/ 924387 h 6858000"/>
              <a:gd name="connsiteX146" fmla="*/ 2303552 w 6756400"/>
              <a:gd name="connsiteY146" fmla="*/ 895450 h 6858000"/>
              <a:gd name="connsiteX147" fmla="*/ 1749319 w 6756400"/>
              <a:gd name="connsiteY147" fmla="*/ 474059 h 6858000"/>
              <a:gd name="connsiteX148" fmla="*/ 1733044 w 6756400"/>
              <a:gd name="connsiteY148" fmla="*/ 486719 h 6858000"/>
              <a:gd name="connsiteX149" fmla="*/ 2276428 w 6756400"/>
              <a:gd name="connsiteY149" fmla="*/ 899971 h 6858000"/>
              <a:gd name="connsiteX150" fmla="*/ 1718578 w 6756400"/>
              <a:gd name="connsiteY150" fmla="*/ 1333118 h 6858000"/>
              <a:gd name="connsiteX151" fmla="*/ 1158920 w 6756400"/>
              <a:gd name="connsiteY151" fmla="*/ 908110 h 6858000"/>
              <a:gd name="connsiteX152" fmla="*/ 1716770 w 6756400"/>
              <a:gd name="connsiteY152" fmla="*/ 474964 h 6858000"/>
              <a:gd name="connsiteX153" fmla="*/ 1732140 w 6756400"/>
              <a:gd name="connsiteY153" fmla="*/ 486719 h 6858000"/>
              <a:gd name="connsiteX154" fmla="*/ 1748415 w 6756400"/>
              <a:gd name="connsiteY154" fmla="*/ 474059 h 6858000"/>
              <a:gd name="connsiteX155" fmla="*/ 1724907 w 6756400"/>
              <a:gd name="connsiteY155" fmla="*/ 455070 h 6858000"/>
              <a:gd name="connsiteX156" fmla="*/ 1724907 w 6756400"/>
              <a:gd name="connsiteY156" fmla="*/ 206 h 6858000"/>
              <a:gd name="connsiteX157" fmla="*/ 1606490 w 6756400"/>
              <a:gd name="connsiteY157" fmla="*/ 0 h 6858000"/>
              <a:gd name="connsiteX158" fmla="*/ 1704112 w 6756400"/>
              <a:gd name="connsiteY158" fmla="*/ 0 h 6858000"/>
              <a:gd name="connsiteX159" fmla="*/ 1704112 w 6756400"/>
              <a:gd name="connsiteY159" fmla="*/ 79700 h 6858000"/>
              <a:gd name="connsiteX160" fmla="*/ 1704112 w 6756400"/>
              <a:gd name="connsiteY160" fmla="*/ 455974 h 6858000"/>
              <a:gd name="connsiteX161" fmla="*/ 1149879 w 6756400"/>
              <a:gd name="connsiteY161" fmla="*/ 885503 h 6858000"/>
              <a:gd name="connsiteX162" fmla="*/ 1149879 w 6756400"/>
              <a:gd name="connsiteY162" fmla="*/ 354695 h 6858000"/>
              <a:gd name="connsiteX163" fmla="*/ 1606476 w 6756400"/>
              <a:gd name="connsiteY163" fmla="*/ 11 h 6858000"/>
              <a:gd name="connsiteX164" fmla="*/ 696284 w 6756400"/>
              <a:gd name="connsiteY164" fmla="*/ 0 h 6858000"/>
              <a:gd name="connsiteX165" fmla="*/ 1573942 w 6756400"/>
              <a:gd name="connsiteY165" fmla="*/ 0 h 6858000"/>
              <a:gd name="connsiteX166" fmla="*/ 1498270 w 6756400"/>
              <a:gd name="connsiteY166" fmla="*/ 58848 h 6858000"/>
              <a:gd name="connsiteX167" fmla="*/ 1139934 w 6756400"/>
              <a:gd name="connsiteY167" fmla="*/ 337514 h 6858000"/>
              <a:gd name="connsiteX168" fmla="*/ 701161 w 6756400"/>
              <a:gd name="connsiteY168" fmla="*/ 371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6756400" h="6858000">
                <a:moveTo>
                  <a:pt x="558577" y="2472501"/>
                </a:moveTo>
                <a:cubicBezTo>
                  <a:pt x="1118234" y="2898413"/>
                  <a:pt x="1118234" y="2898413"/>
                  <a:pt x="1118234" y="2898413"/>
                </a:cubicBezTo>
                <a:cubicBezTo>
                  <a:pt x="754773" y="3179642"/>
                  <a:pt x="754773" y="3179642"/>
                  <a:pt x="754773" y="3179642"/>
                </a:cubicBezTo>
                <a:cubicBezTo>
                  <a:pt x="765623" y="3197727"/>
                  <a:pt x="765623" y="3197727"/>
                  <a:pt x="765623" y="3197727"/>
                </a:cubicBezTo>
                <a:cubicBezTo>
                  <a:pt x="1132700" y="2912881"/>
                  <a:pt x="1132700" y="2912881"/>
                  <a:pt x="1132700" y="2912881"/>
                </a:cubicBezTo>
                <a:cubicBezTo>
                  <a:pt x="1132700" y="3443689"/>
                  <a:pt x="1132700" y="3443689"/>
                  <a:pt x="1132700" y="3443689"/>
                </a:cubicBezTo>
                <a:cubicBezTo>
                  <a:pt x="978998" y="3562149"/>
                  <a:pt x="978998" y="3562149"/>
                  <a:pt x="978998" y="3562149"/>
                </a:cubicBezTo>
                <a:cubicBezTo>
                  <a:pt x="990752" y="3582043"/>
                  <a:pt x="990752" y="3582043"/>
                  <a:pt x="990752" y="3582043"/>
                </a:cubicBezTo>
                <a:cubicBezTo>
                  <a:pt x="1138125" y="3467200"/>
                  <a:pt x="1138125" y="3467200"/>
                  <a:pt x="1138125" y="3467200"/>
                </a:cubicBezTo>
                <a:cubicBezTo>
                  <a:pt x="1697783" y="3892208"/>
                  <a:pt x="1697783" y="3892208"/>
                  <a:pt x="1697783" y="3892208"/>
                </a:cubicBezTo>
                <a:cubicBezTo>
                  <a:pt x="1337034" y="4172532"/>
                  <a:pt x="1337034" y="4172532"/>
                  <a:pt x="1337034" y="4172532"/>
                </a:cubicBezTo>
                <a:cubicBezTo>
                  <a:pt x="1346980" y="4190618"/>
                  <a:pt x="1346980" y="4190618"/>
                  <a:pt x="1346980" y="4190618"/>
                </a:cubicBezTo>
                <a:cubicBezTo>
                  <a:pt x="1704112" y="3913006"/>
                  <a:pt x="1704112" y="3913006"/>
                  <a:pt x="1704112" y="3913006"/>
                </a:cubicBezTo>
                <a:cubicBezTo>
                  <a:pt x="1704112" y="4443814"/>
                  <a:pt x="1704112" y="4443814"/>
                  <a:pt x="1704112" y="4443814"/>
                </a:cubicBezTo>
                <a:cubicBezTo>
                  <a:pt x="1560355" y="4555944"/>
                  <a:pt x="1560355" y="4555944"/>
                  <a:pt x="1560355" y="4555944"/>
                </a:cubicBezTo>
                <a:cubicBezTo>
                  <a:pt x="1149879" y="4874248"/>
                  <a:pt x="1149879" y="4874248"/>
                  <a:pt x="1149879" y="4874248"/>
                </a:cubicBezTo>
                <a:cubicBezTo>
                  <a:pt x="1149879" y="4343440"/>
                  <a:pt x="1149879" y="4343440"/>
                  <a:pt x="1149879" y="4343440"/>
                </a:cubicBezTo>
                <a:cubicBezTo>
                  <a:pt x="1346076" y="4190618"/>
                  <a:pt x="1346076" y="4190618"/>
                  <a:pt x="1346076" y="4190618"/>
                </a:cubicBezTo>
                <a:cubicBezTo>
                  <a:pt x="1336130" y="4173437"/>
                  <a:pt x="1336130" y="4173437"/>
                  <a:pt x="1336130" y="4173437"/>
                </a:cubicBezTo>
                <a:cubicBezTo>
                  <a:pt x="1139934" y="4325354"/>
                  <a:pt x="1139934" y="4325354"/>
                  <a:pt x="1139934" y="4325354"/>
                </a:cubicBezTo>
                <a:cubicBezTo>
                  <a:pt x="580276" y="3900346"/>
                  <a:pt x="580276" y="3900346"/>
                  <a:pt x="580276" y="3900346"/>
                </a:cubicBezTo>
                <a:cubicBezTo>
                  <a:pt x="989848" y="3582043"/>
                  <a:pt x="989848" y="3582043"/>
                  <a:pt x="989848" y="3582043"/>
                </a:cubicBezTo>
                <a:cubicBezTo>
                  <a:pt x="978094" y="3563053"/>
                  <a:pt x="978094" y="3563053"/>
                  <a:pt x="978094" y="3563053"/>
                </a:cubicBezTo>
                <a:cubicBezTo>
                  <a:pt x="577563" y="3874123"/>
                  <a:pt x="577563" y="3874123"/>
                  <a:pt x="577563" y="3874123"/>
                </a:cubicBezTo>
                <a:cubicBezTo>
                  <a:pt x="577563" y="3342411"/>
                  <a:pt x="577563" y="3342411"/>
                  <a:pt x="577563" y="3342411"/>
                </a:cubicBezTo>
                <a:cubicBezTo>
                  <a:pt x="764719" y="3197727"/>
                  <a:pt x="764719" y="3197727"/>
                  <a:pt x="764719" y="3197727"/>
                </a:cubicBezTo>
                <a:cubicBezTo>
                  <a:pt x="754773" y="3180546"/>
                  <a:pt x="754773" y="3180546"/>
                  <a:pt x="754773" y="3180546"/>
                </a:cubicBezTo>
                <a:cubicBezTo>
                  <a:pt x="567618" y="3325229"/>
                  <a:pt x="567618" y="3325229"/>
                  <a:pt x="567618" y="3325229"/>
                </a:cubicBezTo>
                <a:cubicBezTo>
                  <a:pt x="7960" y="2899317"/>
                  <a:pt x="7960" y="2899317"/>
                  <a:pt x="7960" y="2899317"/>
                </a:cubicBezTo>
                <a:cubicBezTo>
                  <a:pt x="558577" y="2472501"/>
                  <a:pt x="558577" y="2472501"/>
                  <a:pt x="558577" y="2472501"/>
                </a:cubicBezTo>
                <a:close/>
                <a:moveTo>
                  <a:pt x="1724907" y="0"/>
                </a:moveTo>
                <a:lnTo>
                  <a:pt x="6756400" y="0"/>
                </a:lnTo>
                <a:lnTo>
                  <a:pt x="6756400" y="6858000"/>
                </a:lnTo>
                <a:lnTo>
                  <a:pt x="0" y="6858000"/>
                </a:lnTo>
                <a:lnTo>
                  <a:pt x="0" y="6856412"/>
                </a:lnTo>
                <a:lnTo>
                  <a:pt x="162738" y="6856412"/>
                </a:lnTo>
                <a:cubicBezTo>
                  <a:pt x="1149879" y="6856412"/>
                  <a:pt x="1149879" y="6856412"/>
                  <a:pt x="1149879" y="6856412"/>
                </a:cubicBezTo>
                <a:cubicBezTo>
                  <a:pt x="1149879" y="6332839"/>
                  <a:pt x="1149879" y="6332839"/>
                  <a:pt x="1149879" y="6332839"/>
                </a:cubicBezTo>
                <a:cubicBezTo>
                  <a:pt x="1704112" y="5902405"/>
                  <a:pt x="1704112" y="5902405"/>
                  <a:pt x="1704112" y="5902405"/>
                </a:cubicBezTo>
                <a:cubicBezTo>
                  <a:pt x="1704112" y="6433213"/>
                  <a:pt x="1704112" y="6433213"/>
                  <a:pt x="1704112" y="6433213"/>
                </a:cubicBezTo>
                <a:cubicBezTo>
                  <a:pt x="1159824" y="6855508"/>
                  <a:pt x="1159824" y="6855508"/>
                  <a:pt x="1159824" y="6855508"/>
                </a:cubicBezTo>
                <a:cubicBezTo>
                  <a:pt x="1193277" y="6855508"/>
                  <a:pt x="1193277" y="6855508"/>
                  <a:pt x="1193277" y="6855508"/>
                </a:cubicBezTo>
                <a:cubicBezTo>
                  <a:pt x="1724907" y="6443160"/>
                  <a:pt x="1724907" y="6443160"/>
                  <a:pt x="1724907" y="6443160"/>
                </a:cubicBezTo>
                <a:cubicBezTo>
                  <a:pt x="1724907" y="5877086"/>
                  <a:pt x="1724907" y="5877086"/>
                  <a:pt x="1724907" y="5877086"/>
                </a:cubicBezTo>
                <a:cubicBezTo>
                  <a:pt x="1386762" y="5620272"/>
                  <a:pt x="1386762" y="5620272"/>
                  <a:pt x="1386762" y="5620272"/>
                </a:cubicBezTo>
                <a:cubicBezTo>
                  <a:pt x="1372296" y="5617559"/>
                  <a:pt x="1357829" y="5614847"/>
                  <a:pt x="1343363" y="5612134"/>
                </a:cubicBezTo>
                <a:cubicBezTo>
                  <a:pt x="1697783" y="5881607"/>
                  <a:pt x="1697783" y="5881607"/>
                  <a:pt x="1697783" y="5881607"/>
                </a:cubicBezTo>
                <a:cubicBezTo>
                  <a:pt x="1139934" y="6314753"/>
                  <a:pt x="1139934" y="6314753"/>
                  <a:pt x="1139934" y="6314753"/>
                </a:cubicBezTo>
                <a:cubicBezTo>
                  <a:pt x="581180" y="5889745"/>
                  <a:pt x="581180" y="5889745"/>
                  <a:pt x="581180" y="5889745"/>
                </a:cubicBezTo>
                <a:cubicBezTo>
                  <a:pt x="1014259" y="5553356"/>
                  <a:pt x="1014259" y="5553356"/>
                  <a:pt x="1014259" y="5553356"/>
                </a:cubicBezTo>
                <a:cubicBezTo>
                  <a:pt x="1005218" y="5551548"/>
                  <a:pt x="995272" y="5549739"/>
                  <a:pt x="987135" y="5548835"/>
                </a:cubicBezTo>
                <a:cubicBezTo>
                  <a:pt x="577563" y="5866234"/>
                  <a:pt x="577563" y="5866234"/>
                  <a:pt x="577563" y="5866234"/>
                </a:cubicBezTo>
                <a:cubicBezTo>
                  <a:pt x="577563" y="5335426"/>
                  <a:pt x="577563" y="5335426"/>
                  <a:pt x="577563" y="5335426"/>
                </a:cubicBezTo>
                <a:cubicBezTo>
                  <a:pt x="1132700" y="4905897"/>
                  <a:pt x="1132700" y="4905897"/>
                  <a:pt x="1132700" y="4905897"/>
                </a:cubicBezTo>
                <a:cubicBezTo>
                  <a:pt x="1132700" y="5435801"/>
                  <a:pt x="1132700" y="5435801"/>
                  <a:pt x="1132700" y="5435801"/>
                </a:cubicBezTo>
                <a:cubicBezTo>
                  <a:pt x="988039" y="5547930"/>
                  <a:pt x="988039" y="5547930"/>
                  <a:pt x="988039" y="5547930"/>
                </a:cubicBezTo>
                <a:cubicBezTo>
                  <a:pt x="997081" y="5549739"/>
                  <a:pt x="1006122" y="5550643"/>
                  <a:pt x="1015163" y="5552452"/>
                </a:cubicBezTo>
                <a:cubicBezTo>
                  <a:pt x="1139029" y="5456599"/>
                  <a:pt x="1139029" y="5456599"/>
                  <a:pt x="1139029" y="5456599"/>
                </a:cubicBezTo>
                <a:cubicBezTo>
                  <a:pt x="1342459" y="5611229"/>
                  <a:pt x="1342459" y="5611229"/>
                  <a:pt x="1342459" y="5611229"/>
                </a:cubicBezTo>
                <a:cubicBezTo>
                  <a:pt x="1356925" y="5613942"/>
                  <a:pt x="1371391" y="5616655"/>
                  <a:pt x="1384953" y="5619368"/>
                </a:cubicBezTo>
                <a:cubicBezTo>
                  <a:pt x="1152591" y="5442131"/>
                  <a:pt x="1152591" y="5442131"/>
                  <a:pt x="1152591" y="5442131"/>
                </a:cubicBezTo>
                <a:cubicBezTo>
                  <a:pt x="1152591" y="4897759"/>
                  <a:pt x="1152591" y="4897759"/>
                  <a:pt x="1152591" y="4897759"/>
                </a:cubicBezTo>
                <a:cubicBezTo>
                  <a:pt x="1570300" y="4573125"/>
                  <a:pt x="1570300" y="4573125"/>
                  <a:pt x="1570300" y="4573125"/>
                </a:cubicBezTo>
                <a:cubicBezTo>
                  <a:pt x="1560355" y="4555944"/>
                  <a:pt x="1560355" y="4555944"/>
                  <a:pt x="1560355" y="4555944"/>
                </a:cubicBezTo>
                <a:cubicBezTo>
                  <a:pt x="1571205" y="4573125"/>
                  <a:pt x="1571205" y="4573125"/>
                  <a:pt x="1571205" y="4573125"/>
                </a:cubicBezTo>
                <a:cubicBezTo>
                  <a:pt x="1709537" y="4465517"/>
                  <a:pt x="1709537" y="4465517"/>
                  <a:pt x="1709537" y="4465517"/>
                </a:cubicBezTo>
                <a:cubicBezTo>
                  <a:pt x="2290894" y="4907706"/>
                  <a:pt x="2290894" y="4907706"/>
                  <a:pt x="2290894" y="4907706"/>
                </a:cubicBezTo>
                <a:cubicBezTo>
                  <a:pt x="2874963" y="4453761"/>
                  <a:pt x="2874963" y="4453761"/>
                  <a:pt x="2874963" y="4453761"/>
                </a:cubicBezTo>
                <a:cubicBezTo>
                  <a:pt x="2874963" y="4272907"/>
                  <a:pt x="2874963" y="4272907"/>
                  <a:pt x="2874963" y="4272907"/>
                </a:cubicBezTo>
                <a:cubicBezTo>
                  <a:pt x="2855072" y="4281949"/>
                  <a:pt x="2855072" y="4281949"/>
                  <a:pt x="2855072" y="4281949"/>
                </a:cubicBezTo>
                <a:cubicBezTo>
                  <a:pt x="2855072" y="4443814"/>
                  <a:pt x="2855072" y="4443814"/>
                  <a:pt x="2855072" y="4443814"/>
                </a:cubicBezTo>
                <a:cubicBezTo>
                  <a:pt x="2300839" y="4874248"/>
                  <a:pt x="2300839" y="4874248"/>
                  <a:pt x="2300839" y="4874248"/>
                </a:cubicBezTo>
                <a:cubicBezTo>
                  <a:pt x="2300839" y="4343440"/>
                  <a:pt x="2300839" y="4343440"/>
                  <a:pt x="2300839" y="4343440"/>
                </a:cubicBezTo>
                <a:cubicBezTo>
                  <a:pt x="2855072" y="3913006"/>
                  <a:pt x="2855072" y="3913006"/>
                  <a:pt x="2855072" y="3913006"/>
                </a:cubicBezTo>
                <a:cubicBezTo>
                  <a:pt x="2855072" y="4281045"/>
                  <a:pt x="2855072" y="4281045"/>
                  <a:pt x="2855072" y="4281045"/>
                </a:cubicBezTo>
                <a:cubicBezTo>
                  <a:pt x="2874963" y="4272002"/>
                  <a:pt x="2874963" y="4272002"/>
                  <a:pt x="2874963" y="4272002"/>
                </a:cubicBezTo>
                <a:cubicBezTo>
                  <a:pt x="2874963" y="3887687"/>
                  <a:pt x="2874963" y="3887687"/>
                  <a:pt x="2874963" y="3887687"/>
                </a:cubicBezTo>
                <a:cubicBezTo>
                  <a:pt x="2675150" y="3735769"/>
                  <a:pt x="2675150" y="3735769"/>
                  <a:pt x="2675150" y="3735769"/>
                </a:cubicBezTo>
                <a:cubicBezTo>
                  <a:pt x="2654355" y="3744812"/>
                  <a:pt x="2654355" y="3744812"/>
                  <a:pt x="2654355" y="3744812"/>
                </a:cubicBezTo>
                <a:cubicBezTo>
                  <a:pt x="2848743" y="3892208"/>
                  <a:pt x="2848743" y="3892208"/>
                  <a:pt x="2848743" y="3892208"/>
                </a:cubicBezTo>
                <a:cubicBezTo>
                  <a:pt x="2290894" y="4325354"/>
                  <a:pt x="2290894" y="4325354"/>
                  <a:pt x="2290894" y="4325354"/>
                </a:cubicBezTo>
                <a:cubicBezTo>
                  <a:pt x="1731236" y="3900346"/>
                  <a:pt x="1731236" y="3900346"/>
                  <a:pt x="1731236" y="3900346"/>
                </a:cubicBezTo>
                <a:cubicBezTo>
                  <a:pt x="2289086" y="3467200"/>
                  <a:pt x="2289086" y="3467200"/>
                  <a:pt x="2289086" y="3467200"/>
                </a:cubicBezTo>
                <a:cubicBezTo>
                  <a:pt x="2653451" y="3743907"/>
                  <a:pt x="2653451" y="3743907"/>
                  <a:pt x="2653451" y="3743907"/>
                </a:cubicBezTo>
                <a:cubicBezTo>
                  <a:pt x="2674246" y="3734865"/>
                  <a:pt x="2674246" y="3734865"/>
                  <a:pt x="2674246" y="3734865"/>
                </a:cubicBezTo>
                <a:cubicBezTo>
                  <a:pt x="2303552" y="3452732"/>
                  <a:pt x="2303552" y="3452732"/>
                  <a:pt x="2303552" y="3452732"/>
                </a:cubicBezTo>
                <a:cubicBezTo>
                  <a:pt x="2303552" y="3177833"/>
                  <a:pt x="2303552" y="3177833"/>
                  <a:pt x="2303552" y="3177833"/>
                </a:cubicBezTo>
                <a:cubicBezTo>
                  <a:pt x="2282757" y="3180546"/>
                  <a:pt x="2282757" y="3180546"/>
                  <a:pt x="2282757" y="3180546"/>
                </a:cubicBezTo>
                <a:cubicBezTo>
                  <a:pt x="2282757" y="3443689"/>
                  <a:pt x="2282757" y="3443689"/>
                  <a:pt x="2282757" y="3443689"/>
                </a:cubicBezTo>
                <a:cubicBezTo>
                  <a:pt x="1728524" y="3874123"/>
                  <a:pt x="1728524" y="3874123"/>
                  <a:pt x="1728524" y="3874123"/>
                </a:cubicBezTo>
                <a:cubicBezTo>
                  <a:pt x="1728524" y="3342411"/>
                  <a:pt x="1728524" y="3342411"/>
                  <a:pt x="1728524" y="3342411"/>
                </a:cubicBezTo>
                <a:cubicBezTo>
                  <a:pt x="1989818" y="3140758"/>
                  <a:pt x="1989818" y="3140758"/>
                  <a:pt x="1989818" y="3140758"/>
                </a:cubicBezTo>
                <a:cubicBezTo>
                  <a:pt x="1978064" y="3124481"/>
                  <a:pt x="1978064" y="3124481"/>
                  <a:pt x="1978064" y="3124481"/>
                </a:cubicBezTo>
                <a:cubicBezTo>
                  <a:pt x="1718578" y="3325229"/>
                  <a:pt x="1718578" y="3325229"/>
                  <a:pt x="1718578" y="3325229"/>
                </a:cubicBezTo>
                <a:cubicBezTo>
                  <a:pt x="1158920" y="2899317"/>
                  <a:pt x="1158920" y="2899317"/>
                  <a:pt x="1158920" y="2899317"/>
                </a:cubicBezTo>
                <a:cubicBezTo>
                  <a:pt x="1579342" y="2573779"/>
                  <a:pt x="1579342" y="2573779"/>
                  <a:pt x="1579342" y="2573779"/>
                </a:cubicBezTo>
                <a:cubicBezTo>
                  <a:pt x="1567588" y="2557502"/>
                  <a:pt x="1567588" y="2557502"/>
                  <a:pt x="1567588" y="2557502"/>
                </a:cubicBezTo>
                <a:cubicBezTo>
                  <a:pt x="1149879" y="2881232"/>
                  <a:pt x="1149879" y="2881232"/>
                  <a:pt x="1149879" y="2881232"/>
                </a:cubicBezTo>
                <a:cubicBezTo>
                  <a:pt x="1149879" y="2350424"/>
                  <a:pt x="1149879" y="2350424"/>
                  <a:pt x="1149879" y="2350424"/>
                </a:cubicBezTo>
                <a:cubicBezTo>
                  <a:pt x="1321664" y="2216592"/>
                  <a:pt x="1321664" y="2216592"/>
                  <a:pt x="1321664" y="2216592"/>
                </a:cubicBezTo>
                <a:cubicBezTo>
                  <a:pt x="1309910" y="2201219"/>
                  <a:pt x="1309910" y="2201219"/>
                  <a:pt x="1309910" y="2201219"/>
                </a:cubicBezTo>
                <a:cubicBezTo>
                  <a:pt x="1139934" y="2332339"/>
                  <a:pt x="1139934" y="2332339"/>
                  <a:pt x="1139934" y="2332339"/>
                </a:cubicBezTo>
                <a:cubicBezTo>
                  <a:pt x="580276" y="1907331"/>
                  <a:pt x="580276" y="1907331"/>
                  <a:pt x="580276" y="1907331"/>
                </a:cubicBezTo>
                <a:cubicBezTo>
                  <a:pt x="1138125" y="1474184"/>
                  <a:pt x="1138125" y="1474184"/>
                  <a:pt x="1138125" y="1474184"/>
                </a:cubicBezTo>
                <a:cubicBezTo>
                  <a:pt x="1697783" y="1899192"/>
                  <a:pt x="1697783" y="1899192"/>
                  <a:pt x="1697783" y="1899192"/>
                </a:cubicBezTo>
                <a:cubicBezTo>
                  <a:pt x="1310815" y="2200315"/>
                  <a:pt x="1310815" y="2200315"/>
                  <a:pt x="1310815" y="2200315"/>
                </a:cubicBezTo>
                <a:cubicBezTo>
                  <a:pt x="1322568" y="2216592"/>
                  <a:pt x="1322568" y="2216592"/>
                  <a:pt x="1322568" y="2216592"/>
                </a:cubicBezTo>
                <a:cubicBezTo>
                  <a:pt x="1704112" y="1919991"/>
                  <a:pt x="1704112" y="1919991"/>
                  <a:pt x="1704112" y="1919991"/>
                </a:cubicBezTo>
                <a:cubicBezTo>
                  <a:pt x="1704112" y="2450798"/>
                  <a:pt x="1704112" y="2450798"/>
                  <a:pt x="1704112" y="2450798"/>
                </a:cubicBezTo>
                <a:cubicBezTo>
                  <a:pt x="1568492" y="2556598"/>
                  <a:pt x="1568492" y="2556598"/>
                  <a:pt x="1568492" y="2556598"/>
                </a:cubicBezTo>
                <a:cubicBezTo>
                  <a:pt x="1580246" y="2572875"/>
                  <a:pt x="1580246" y="2572875"/>
                  <a:pt x="1580246" y="2572875"/>
                </a:cubicBezTo>
                <a:cubicBezTo>
                  <a:pt x="1709537" y="2472501"/>
                  <a:pt x="1709537" y="2472501"/>
                  <a:pt x="1709537" y="2472501"/>
                </a:cubicBezTo>
                <a:cubicBezTo>
                  <a:pt x="2269195" y="2898413"/>
                  <a:pt x="2269195" y="2898413"/>
                  <a:pt x="2269195" y="2898413"/>
                </a:cubicBezTo>
                <a:cubicBezTo>
                  <a:pt x="1978968" y="3123577"/>
                  <a:pt x="1978968" y="3123577"/>
                  <a:pt x="1978968" y="3123577"/>
                </a:cubicBezTo>
                <a:cubicBezTo>
                  <a:pt x="1990722" y="3139854"/>
                  <a:pt x="1990722" y="3139854"/>
                  <a:pt x="1990722" y="3139854"/>
                </a:cubicBezTo>
                <a:cubicBezTo>
                  <a:pt x="2282757" y="2912881"/>
                  <a:pt x="2282757" y="2912881"/>
                  <a:pt x="2282757" y="2912881"/>
                </a:cubicBezTo>
                <a:cubicBezTo>
                  <a:pt x="2282757" y="3179642"/>
                  <a:pt x="2282757" y="3179642"/>
                  <a:pt x="2282757" y="3179642"/>
                </a:cubicBezTo>
                <a:cubicBezTo>
                  <a:pt x="2303552" y="3176929"/>
                  <a:pt x="2303552" y="3176929"/>
                  <a:pt x="2303552" y="3176929"/>
                </a:cubicBezTo>
                <a:cubicBezTo>
                  <a:pt x="2303552" y="2904743"/>
                  <a:pt x="2303552" y="2904743"/>
                  <a:pt x="2303552" y="2904743"/>
                </a:cubicBezTo>
                <a:cubicBezTo>
                  <a:pt x="2327963" y="2885753"/>
                  <a:pt x="2327963" y="2885753"/>
                  <a:pt x="2327963" y="2885753"/>
                </a:cubicBezTo>
                <a:cubicBezTo>
                  <a:pt x="2327963" y="2860433"/>
                  <a:pt x="2327963" y="2860433"/>
                  <a:pt x="2327963" y="2860433"/>
                </a:cubicBezTo>
                <a:cubicBezTo>
                  <a:pt x="2300839" y="2881232"/>
                  <a:pt x="2300839" y="2881232"/>
                  <a:pt x="2300839" y="2881232"/>
                </a:cubicBezTo>
                <a:cubicBezTo>
                  <a:pt x="2300839" y="2350424"/>
                  <a:pt x="2300839" y="2350424"/>
                  <a:pt x="2300839" y="2350424"/>
                </a:cubicBezTo>
                <a:cubicBezTo>
                  <a:pt x="2327963" y="2328721"/>
                  <a:pt x="2327963" y="2328721"/>
                  <a:pt x="2327963" y="2328721"/>
                </a:cubicBezTo>
                <a:cubicBezTo>
                  <a:pt x="2327963" y="2303402"/>
                  <a:pt x="2327963" y="2303402"/>
                  <a:pt x="2327963" y="2303402"/>
                </a:cubicBezTo>
                <a:cubicBezTo>
                  <a:pt x="2290894" y="2332339"/>
                  <a:pt x="2290894" y="2332339"/>
                  <a:pt x="2290894" y="2332339"/>
                </a:cubicBezTo>
                <a:cubicBezTo>
                  <a:pt x="1731236" y="1907331"/>
                  <a:pt x="1731236" y="1907331"/>
                  <a:pt x="1731236" y="1907331"/>
                </a:cubicBezTo>
                <a:cubicBezTo>
                  <a:pt x="2289086" y="1474184"/>
                  <a:pt x="2289086" y="1474184"/>
                  <a:pt x="2289086" y="1474184"/>
                </a:cubicBezTo>
                <a:cubicBezTo>
                  <a:pt x="2848743" y="1899192"/>
                  <a:pt x="2848743" y="1899192"/>
                  <a:pt x="2848743" y="1899192"/>
                </a:cubicBezTo>
                <a:cubicBezTo>
                  <a:pt x="2328867" y="2302498"/>
                  <a:pt x="2328867" y="2302498"/>
                  <a:pt x="2328867" y="2302498"/>
                </a:cubicBezTo>
                <a:cubicBezTo>
                  <a:pt x="2328867" y="2327817"/>
                  <a:pt x="2328867" y="2327817"/>
                  <a:pt x="2328867" y="2327817"/>
                </a:cubicBezTo>
                <a:cubicBezTo>
                  <a:pt x="2855072" y="1919991"/>
                  <a:pt x="2855072" y="1919991"/>
                  <a:pt x="2855072" y="1919991"/>
                </a:cubicBezTo>
                <a:cubicBezTo>
                  <a:pt x="2855072" y="2450798"/>
                  <a:pt x="2855072" y="2450798"/>
                  <a:pt x="2855072" y="2450798"/>
                </a:cubicBezTo>
                <a:lnTo>
                  <a:pt x="2328867" y="2859529"/>
                </a:lnTo>
                <a:cubicBezTo>
                  <a:pt x="2328867" y="2884849"/>
                  <a:pt x="2328867" y="2884849"/>
                  <a:pt x="2328867" y="2884849"/>
                </a:cubicBezTo>
                <a:cubicBezTo>
                  <a:pt x="2874963" y="2460745"/>
                  <a:pt x="2874963" y="2460745"/>
                  <a:pt x="2874963" y="2460745"/>
                </a:cubicBezTo>
                <a:cubicBezTo>
                  <a:pt x="2874963" y="1894671"/>
                  <a:pt x="2874963" y="1894671"/>
                  <a:pt x="2874963" y="1894671"/>
                </a:cubicBezTo>
                <a:cubicBezTo>
                  <a:pt x="2303552" y="1459716"/>
                  <a:pt x="2303552" y="1459716"/>
                  <a:pt x="2303552" y="1459716"/>
                </a:cubicBezTo>
                <a:cubicBezTo>
                  <a:pt x="2303552" y="926195"/>
                  <a:pt x="2303552" y="926195"/>
                  <a:pt x="2303552" y="926195"/>
                </a:cubicBezTo>
                <a:cubicBezTo>
                  <a:pt x="2282757" y="941568"/>
                  <a:pt x="2282757" y="941568"/>
                  <a:pt x="2282757" y="941568"/>
                </a:cubicBezTo>
                <a:cubicBezTo>
                  <a:pt x="2282757" y="1451578"/>
                  <a:pt x="2282757" y="1451578"/>
                  <a:pt x="2282757" y="1451578"/>
                </a:cubicBezTo>
                <a:cubicBezTo>
                  <a:pt x="1728524" y="1882011"/>
                  <a:pt x="1728524" y="1882011"/>
                  <a:pt x="1728524" y="1882011"/>
                </a:cubicBezTo>
                <a:cubicBezTo>
                  <a:pt x="1728524" y="1351203"/>
                  <a:pt x="1728524" y="1351203"/>
                  <a:pt x="1728524" y="1351203"/>
                </a:cubicBezTo>
                <a:cubicBezTo>
                  <a:pt x="2282757" y="920770"/>
                  <a:pt x="2282757" y="920770"/>
                  <a:pt x="2282757" y="920770"/>
                </a:cubicBezTo>
                <a:cubicBezTo>
                  <a:pt x="2282757" y="940664"/>
                  <a:pt x="2282757" y="940664"/>
                  <a:pt x="2282757" y="940664"/>
                </a:cubicBezTo>
                <a:cubicBezTo>
                  <a:pt x="2303552" y="924387"/>
                  <a:pt x="2303552" y="924387"/>
                  <a:pt x="2303552" y="924387"/>
                </a:cubicBezTo>
                <a:cubicBezTo>
                  <a:pt x="2303552" y="895450"/>
                  <a:pt x="2303552" y="895450"/>
                  <a:pt x="2303552" y="895450"/>
                </a:cubicBezTo>
                <a:cubicBezTo>
                  <a:pt x="1749319" y="474059"/>
                  <a:pt x="1749319" y="474059"/>
                  <a:pt x="1749319" y="474059"/>
                </a:cubicBezTo>
                <a:cubicBezTo>
                  <a:pt x="1733044" y="486719"/>
                  <a:pt x="1733044" y="486719"/>
                  <a:pt x="1733044" y="486719"/>
                </a:cubicBezTo>
                <a:cubicBezTo>
                  <a:pt x="2276428" y="899971"/>
                  <a:pt x="2276428" y="899971"/>
                  <a:pt x="2276428" y="899971"/>
                </a:cubicBezTo>
                <a:cubicBezTo>
                  <a:pt x="1718578" y="1333118"/>
                  <a:pt x="1718578" y="1333118"/>
                  <a:pt x="1718578" y="1333118"/>
                </a:cubicBezTo>
                <a:cubicBezTo>
                  <a:pt x="1158920" y="908110"/>
                  <a:pt x="1158920" y="908110"/>
                  <a:pt x="1158920" y="908110"/>
                </a:cubicBezTo>
                <a:cubicBezTo>
                  <a:pt x="1716770" y="474964"/>
                  <a:pt x="1716770" y="474964"/>
                  <a:pt x="1716770" y="474964"/>
                </a:cubicBezTo>
                <a:cubicBezTo>
                  <a:pt x="1732140" y="486719"/>
                  <a:pt x="1732140" y="486719"/>
                  <a:pt x="1732140" y="486719"/>
                </a:cubicBezTo>
                <a:cubicBezTo>
                  <a:pt x="1748415" y="474059"/>
                  <a:pt x="1748415" y="474059"/>
                  <a:pt x="1748415" y="474059"/>
                </a:cubicBezTo>
                <a:cubicBezTo>
                  <a:pt x="1724907" y="455070"/>
                  <a:pt x="1724907" y="455070"/>
                  <a:pt x="1724907" y="455070"/>
                </a:cubicBezTo>
                <a:cubicBezTo>
                  <a:pt x="1724907" y="56286"/>
                  <a:pt x="1724907" y="6438"/>
                  <a:pt x="1724907" y="206"/>
                </a:cubicBezTo>
                <a:close/>
                <a:moveTo>
                  <a:pt x="1606490" y="0"/>
                </a:moveTo>
                <a:lnTo>
                  <a:pt x="1704112" y="0"/>
                </a:lnTo>
                <a:lnTo>
                  <a:pt x="1704112" y="79700"/>
                </a:lnTo>
                <a:cubicBezTo>
                  <a:pt x="1704112" y="455974"/>
                  <a:pt x="1704112" y="455974"/>
                  <a:pt x="1704112" y="455974"/>
                </a:cubicBezTo>
                <a:cubicBezTo>
                  <a:pt x="1149879" y="885503"/>
                  <a:pt x="1149879" y="885503"/>
                  <a:pt x="1149879" y="885503"/>
                </a:cubicBezTo>
                <a:cubicBezTo>
                  <a:pt x="1149879" y="354695"/>
                  <a:pt x="1149879" y="354695"/>
                  <a:pt x="1149879" y="354695"/>
                </a:cubicBezTo>
                <a:cubicBezTo>
                  <a:pt x="1550183" y="43739"/>
                  <a:pt x="1600221" y="4869"/>
                  <a:pt x="1606476" y="11"/>
                </a:cubicBezTo>
                <a:close/>
                <a:moveTo>
                  <a:pt x="696284" y="0"/>
                </a:moveTo>
                <a:lnTo>
                  <a:pt x="1573942" y="0"/>
                </a:lnTo>
                <a:lnTo>
                  <a:pt x="1498270" y="58848"/>
                </a:lnTo>
                <a:cubicBezTo>
                  <a:pt x="1139934" y="337514"/>
                  <a:pt x="1139934" y="337514"/>
                  <a:pt x="1139934" y="337514"/>
                </a:cubicBezTo>
                <a:cubicBezTo>
                  <a:pt x="805631" y="83188"/>
                  <a:pt x="722055" y="19606"/>
                  <a:pt x="701161" y="3711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684000" rIns="756000">
            <a:noAutofit/>
          </a:bodyPr>
          <a:lstStyle>
            <a:lvl1pPr algn="r">
              <a:defRPr i="1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932" y="6135836"/>
            <a:ext cx="1436615" cy="5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94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8" y="2654299"/>
            <a:ext cx="5294312" cy="1587501"/>
          </a:xfrm>
        </p:spPr>
        <p:txBody>
          <a:bodyPr anchor="b">
            <a:no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838" y="4262438"/>
            <a:ext cx="5294312" cy="1655762"/>
          </a:xfrm>
        </p:spPr>
        <p:txBody>
          <a:bodyPr>
            <a:no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 dirty="0"/>
          </a:p>
        </p:txBody>
      </p:sp>
      <p:pic>
        <p:nvPicPr>
          <p:cNvPr id="8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31EACC6-5472-4DD6-3DB8-DB3936803B32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</a:t>
            </a:r>
          </a:p>
        </p:txBody>
      </p:sp>
      <p:pic>
        <p:nvPicPr>
          <p:cNvPr id="11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828EFF-0769-991A-745D-86154BF58E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128613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8" y="2654299"/>
            <a:ext cx="5294312" cy="1587501"/>
          </a:xfrm>
        </p:spPr>
        <p:txBody>
          <a:bodyPr lIns="0" anchor="b">
            <a:no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838" y="4262438"/>
            <a:ext cx="5294312" cy="1655762"/>
          </a:xfrm>
        </p:spPr>
        <p:txBody>
          <a:bodyPr rIns="0">
            <a:no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Modifier le style des sous-titres du masque</a:t>
            </a:r>
          </a:p>
        </p:txBody>
      </p:sp>
      <p:pic>
        <p:nvPicPr>
          <p:cNvPr id="8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31EACC6-5472-4DD6-3DB8-DB3936803B32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image</a:t>
            </a:r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A735B0D2-65F8-67B3-4CB3-F526012A0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585" y="-1588"/>
            <a:ext cx="20638" cy="311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1" name="Espace réservé pour une image  60">
            <a:extLst>
              <a:ext uri="{FF2B5EF4-FFF2-40B4-BE49-F238E27FC236}">
                <a16:creationId xmlns:a16="http://schemas.microsoft.com/office/drawing/2014/main" id="{570E7ABE-1C46-BCBC-E4AA-CED1991C31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435600" y="0"/>
            <a:ext cx="6756400" cy="6858000"/>
          </a:xfrm>
          <a:custGeom>
            <a:avLst/>
            <a:gdLst>
              <a:gd name="connsiteX0" fmla="*/ 558577 w 6756400"/>
              <a:gd name="connsiteY0" fmla="*/ 2472501 h 6858000"/>
              <a:gd name="connsiteX1" fmla="*/ 1118234 w 6756400"/>
              <a:gd name="connsiteY1" fmla="*/ 2898413 h 6858000"/>
              <a:gd name="connsiteX2" fmla="*/ 754773 w 6756400"/>
              <a:gd name="connsiteY2" fmla="*/ 3179642 h 6858000"/>
              <a:gd name="connsiteX3" fmla="*/ 765623 w 6756400"/>
              <a:gd name="connsiteY3" fmla="*/ 3197727 h 6858000"/>
              <a:gd name="connsiteX4" fmla="*/ 1132700 w 6756400"/>
              <a:gd name="connsiteY4" fmla="*/ 2912881 h 6858000"/>
              <a:gd name="connsiteX5" fmla="*/ 1132700 w 6756400"/>
              <a:gd name="connsiteY5" fmla="*/ 3443689 h 6858000"/>
              <a:gd name="connsiteX6" fmla="*/ 978998 w 6756400"/>
              <a:gd name="connsiteY6" fmla="*/ 3562149 h 6858000"/>
              <a:gd name="connsiteX7" fmla="*/ 990752 w 6756400"/>
              <a:gd name="connsiteY7" fmla="*/ 3582043 h 6858000"/>
              <a:gd name="connsiteX8" fmla="*/ 1138125 w 6756400"/>
              <a:gd name="connsiteY8" fmla="*/ 3467200 h 6858000"/>
              <a:gd name="connsiteX9" fmla="*/ 1697783 w 6756400"/>
              <a:gd name="connsiteY9" fmla="*/ 3892208 h 6858000"/>
              <a:gd name="connsiteX10" fmla="*/ 1337034 w 6756400"/>
              <a:gd name="connsiteY10" fmla="*/ 4172532 h 6858000"/>
              <a:gd name="connsiteX11" fmla="*/ 1346980 w 6756400"/>
              <a:gd name="connsiteY11" fmla="*/ 4190618 h 6858000"/>
              <a:gd name="connsiteX12" fmla="*/ 1704112 w 6756400"/>
              <a:gd name="connsiteY12" fmla="*/ 3913006 h 6858000"/>
              <a:gd name="connsiteX13" fmla="*/ 1704112 w 6756400"/>
              <a:gd name="connsiteY13" fmla="*/ 4443814 h 6858000"/>
              <a:gd name="connsiteX14" fmla="*/ 1560355 w 6756400"/>
              <a:gd name="connsiteY14" fmla="*/ 4555944 h 6858000"/>
              <a:gd name="connsiteX15" fmla="*/ 1149879 w 6756400"/>
              <a:gd name="connsiteY15" fmla="*/ 4874248 h 6858000"/>
              <a:gd name="connsiteX16" fmla="*/ 1149879 w 6756400"/>
              <a:gd name="connsiteY16" fmla="*/ 4343440 h 6858000"/>
              <a:gd name="connsiteX17" fmla="*/ 1346076 w 6756400"/>
              <a:gd name="connsiteY17" fmla="*/ 4190618 h 6858000"/>
              <a:gd name="connsiteX18" fmla="*/ 1336130 w 6756400"/>
              <a:gd name="connsiteY18" fmla="*/ 4173437 h 6858000"/>
              <a:gd name="connsiteX19" fmla="*/ 1139934 w 6756400"/>
              <a:gd name="connsiteY19" fmla="*/ 4325354 h 6858000"/>
              <a:gd name="connsiteX20" fmla="*/ 580276 w 6756400"/>
              <a:gd name="connsiteY20" fmla="*/ 3900346 h 6858000"/>
              <a:gd name="connsiteX21" fmla="*/ 989848 w 6756400"/>
              <a:gd name="connsiteY21" fmla="*/ 3582043 h 6858000"/>
              <a:gd name="connsiteX22" fmla="*/ 978094 w 6756400"/>
              <a:gd name="connsiteY22" fmla="*/ 3563053 h 6858000"/>
              <a:gd name="connsiteX23" fmla="*/ 577563 w 6756400"/>
              <a:gd name="connsiteY23" fmla="*/ 3874123 h 6858000"/>
              <a:gd name="connsiteX24" fmla="*/ 577563 w 6756400"/>
              <a:gd name="connsiteY24" fmla="*/ 3342411 h 6858000"/>
              <a:gd name="connsiteX25" fmla="*/ 764719 w 6756400"/>
              <a:gd name="connsiteY25" fmla="*/ 3197727 h 6858000"/>
              <a:gd name="connsiteX26" fmla="*/ 754773 w 6756400"/>
              <a:gd name="connsiteY26" fmla="*/ 3180546 h 6858000"/>
              <a:gd name="connsiteX27" fmla="*/ 567618 w 6756400"/>
              <a:gd name="connsiteY27" fmla="*/ 3325229 h 6858000"/>
              <a:gd name="connsiteX28" fmla="*/ 7960 w 6756400"/>
              <a:gd name="connsiteY28" fmla="*/ 2899317 h 6858000"/>
              <a:gd name="connsiteX29" fmla="*/ 558577 w 6756400"/>
              <a:gd name="connsiteY29" fmla="*/ 2472501 h 6858000"/>
              <a:gd name="connsiteX30" fmla="*/ 1724907 w 6756400"/>
              <a:gd name="connsiteY30" fmla="*/ 0 h 6858000"/>
              <a:gd name="connsiteX31" fmla="*/ 6756400 w 6756400"/>
              <a:gd name="connsiteY31" fmla="*/ 0 h 6858000"/>
              <a:gd name="connsiteX32" fmla="*/ 6756400 w 6756400"/>
              <a:gd name="connsiteY32" fmla="*/ 6858000 h 6858000"/>
              <a:gd name="connsiteX33" fmla="*/ 0 w 6756400"/>
              <a:gd name="connsiteY33" fmla="*/ 6858000 h 6858000"/>
              <a:gd name="connsiteX34" fmla="*/ 0 w 6756400"/>
              <a:gd name="connsiteY34" fmla="*/ 6856412 h 6858000"/>
              <a:gd name="connsiteX35" fmla="*/ 162738 w 6756400"/>
              <a:gd name="connsiteY35" fmla="*/ 6856412 h 6858000"/>
              <a:gd name="connsiteX36" fmla="*/ 1149879 w 6756400"/>
              <a:gd name="connsiteY36" fmla="*/ 6856412 h 6858000"/>
              <a:gd name="connsiteX37" fmla="*/ 1149879 w 6756400"/>
              <a:gd name="connsiteY37" fmla="*/ 6332839 h 6858000"/>
              <a:gd name="connsiteX38" fmla="*/ 1704112 w 6756400"/>
              <a:gd name="connsiteY38" fmla="*/ 5902405 h 6858000"/>
              <a:gd name="connsiteX39" fmla="*/ 1704112 w 6756400"/>
              <a:gd name="connsiteY39" fmla="*/ 6433213 h 6858000"/>
              <a:gd name="connsiteX40" fmla="*/ 1159824 w 6756400"/>
              <a:gd name="connsiteY40" fmla="*/ 6855508 h 6858000"/>
              <a:gd name="connsiteX41" fmla="*/ 1193277 w 6756400"/>
              <a:gd name="connsiteY41" fmla="*/ 6855508 h 6858000"/>
              <a:gd name="connsiteX42" fmla="*/ 1724907 w 6756400"/>
              <a:gd name="connsiteY42" fmla="*/ 6443160 h 6858000"/>
              <a:gd name="connsiteX43" fmla="*/ 1724907 w 6756400"/>
              <a:gd name="connsiteY43" fmla="*/ 5877086 h 6858000"/>
              <a:gd name="connsiteX44" fmla="*/ 1386762 w 6756400"/>
              <a:gd name="connsiteY44" fmla="*/ 5620272 h 6858000"/>
              <a:gd name="connsiteX45" fmla="*/ 1343363 w 6756400"/>
              <a:gd name="connsiteY45" fmla="*/ 5612134 h 6858000"/>
              <a:gd name="connsiteX46" fmla="*/ 1697783 w 6756400"/>
              <a:gd name="connsiteY46" fmla="*/ 5881607 h 6858000"/>
              <a:gd name="connsiteX47" fmla="*/ 1139934 w 6756400"/>
              <a:gd name="connsiteY47" fmla="*/ 6314753 h 6858000"/>
              <a:gd name="connsiteX48" fmla="*/ 581180 w 6756400"/>
              <a:gd name="connsiteY48" fmla="*/ 5889745 h 6858000"/>
              <a:gd name="connsiteX49" fmla="*/ 1014259 w 6756400"/>
              <a:gd name="connsiteY49" fmla="*/ 5553356 h 6858000"/>
              <a:gd name="connsiteX50" fmla="*/ 987135 w 6756400"/>
              <a:gd name="connsiteY50" fmla="*/ 5548835 h 6858000"/>
              <a:gd name="connsiteX51" fmla="*/ 577563 w 6756400"/>
              <a:gd name="connsiteY51" fmla="*/ 5866234 h 6858000"/>
              <a:gd name="connsiteX52" fmla="*/ 577563 w 6756400"/>
              <a:gd name="connsiteY52" fmla="*/ 5335426 h 6858000"/>
              <a:gd name="connsiteX53" fmla="*/ 1132700 w 6756400"/>
              <a:gd name="connsiteY53" fmla="*/ 4905897 h 6858000"/>
              <a:gd name="connsiteX54" fmla="*/ 1132700 w 6756400"/>
              <a:gd name="connsiteY54" fmla="*/ 5435801 h 6858000"/>
              <a:gd name="connsiteX55" fmla="*/ 988039 w 6756400"/>
              <a:gd name="connsiteY55" fmla="*/ 5547930 h 6858000"/>
              <a:gd name="connsiteX56" fmla="*/ 1015163 w 6756400"/>
              <a:gd name="connsiteY56" fmla="*/ 5552452 h 6858000"/>
              <a:gd name="connsiteX57" fmla="*/ 1139029 w 6756400"/>
              <a:gd name="connsiteY57" fmla="*/ 5456599 h 6858000"/>
              <a:gd name="connsiteX58" fmla="*/ 1342459 w 6756400"/>
              <a:gd name="connsiteY58" fmla="*/ 5611229 h 6858000"/>
              <a:gd name="connsiteX59" fmla="*/ 1384953 w 6756400"/>
              <a:gd name="connsiteY59" fmla="*/ 5619368 h 6858000"/>
              <a:gd name="connsiteX60" fmla="*/ 1152591 w 6756400"/>
              <a:gd name="connsiteY60" fmla="*/ 5442131 h 6858000"/>
              <a:gd name="connsiteX61" fmla="*/ 1152591 w 6756400"/>
              <a:gd name="connsiteY61" fmla="*/ 4897759 h 6858000"/>
              <a:gd name="connsiteX62" fmla="*/ 1570300 w 6756400"/>
              <a:gd name="connsiteY62" fmla="*/ 4573125 h 6858000"/>
              <a:gd name="connsiteX63" fmla="*/ 1560355 w 6756400"/>
              <a:gd name="connsiteY63" fmla="*/ 4555944 h 6858000"/>
              <a:gd name="connsiteX64" fmla="*/ 1571205 w 6756400"/>
              <a:gd name="connsiteY64" fmla="*/ 4573125 h 6858000"/>
              <a:gd name="connsiteX65" fmla="*/ 1709537 w 6756400"/>
              <a:gd name="connsiteY65" fmla="*/ 4465517 h 6858000"/>
              <a:gd name="connsiteX66" fmla="*/ 2290894 w 6756400"/>
              <a:gd name="connsiteY66" fmla="*/ 4907706 h 6858000"/>
              <a:gd name="connsiteX67" fmla="*/ 2874963 w 6756400"/>
              <a:gd name="connsiteY67" fmla="*/ 4453761 h 6858000"/>
              <a:gd name="connsiteX68" fmla="*/ 2874963 w 6756400"/>
              <a:gd name="connsiteY68" fmla="*/ 4272907 h 6858000"/>
              <a:gd name="connsiteX69" fmla="*/ 2855072 w 6756400"/>
              <a:gd name="connsiteY69" fmla="*/ 4281949 h 6858000"/>
              <a:gd name="connsiteX70" fmla="*/ 2855072 w 6756400"/>
              <a:gd name="connsiteY70" fmla="*/ 4443814 h 6858000"/>
              <a:gd name="connsiteX71" fmla="*/ 2300839 w 6756400"/>
              <a:gd name="connsiteY71" fmla="*/ 4874248 h 6858000"/>
              <a:gd name="connsiteX72" fmla="*/ 2300839 w 6756400"/>
              <a:gd name="connsiteY72" fmla="*/ 4343440 h 6858000"/>
              <a:gd name="connsiteX73" fmla="*/ 2855072 w 6756400"/>
              <a:gd name="connsiteY73" fmla="*/ 3913006 h 6858000"/>
              <a:gd name="connsiteX74" fmla="*/ 2855072 w 6756400"/>
              <a:gd name="connsiteY74" fmla="*/ 4281045 h 6858000"/>
              <a:gd name="connsiteX75" fmla="*/ 2874963 w 6756400"/>
              <a:gd name="connsiteY75" fmla="*/ 4272002 h 6858000"/>
              <a:gd name="connsiteX76" fmla="*/ 2874963 w 6756400"/>
              <a:gd name="connsiteY76" fmla="*/ 3887687 h 6858000"/>
              <a:gd name="connsiteX77" fmla="*/ 2675150 w 6756400"/>
              <a:gd name="connsiteY77" fmla="*/ 3735769 h 6858000"/>
              <a:gd name="connsiteX78" fmla="*/ 2654355 w 6756400"/>
              <a:gd name="connsiteY78" fmla="*/ 3744812 h 6858000"/>
              <a:gd name="connsiteX79" fmla="*/ 2848743 w 6756400"/>
              <a:gd name="connsiteY79" fmla="*/ 3892208 h 6858000"/>
              <a:gd name="connsiteX80" fmla="*/ 2290894 w 6756400"/>
              <a:gd name="connsiteY80" fmla="*/ 4325354 h 6858000"/>
              <a:gd name="connsiteX81" fmla="*/ 1731236 w 6756400"/>
              <a:gd name="connsiteY81" fmla="*/ 3900346 h 6858000"/>
              <a:gd name="connsiteX82" fmla="*/ 2289086 w 6756400"/>
              <a:gd name="connsiteY82" fmla="*/ 3467200 h 6858000"/>
              <a:gd name="connsiteX83" fmla="*/ 2653451 w 6756400"/>
              <a:gd name="connsiteY83" fmla="*/ 3743907 h 6858000"/>
              <a:gd name="connsiteX84" fmla="*/ 2674246 w 6756400"/>
              <a:gd name="connsiteY84" fmla="*/ 3734865 h 6858000"/>
              <a:gd name="connsiteX85" fmla="*/ 2303552 w 6756400"/>
              <a:gd name="connsiteY85" fmla="*/ 3452732 h 6858000"/>
              <a:gd name="connsiteX86" fmla="*/ 2303552 w 6756400"/>
              <a:gd name="connsiteY86" fmla="*/ 3177833 h 6858000"/>
              <a:gd name="connsiteX87" fmla="*/ 2282757 w 6756400"/>
              <a:gd name="connsiteY87" fmla="*/ 3180546 h 6858000"/>
              <a:gd name="connsiteX88" fmla="*/ 2282757 w 6756400"/>
              <a:gd name="connsiteY88" fmla="*/ 3443689 h 6858000"/>
              <a:gd name="connsiteX89" fmla="*/ 1728524 w 6756400"/>
              <a:gd name="connsiteY89" fmla="*/ 3874123 h 6858000"/>
              <a:gd name="connsiteX90" fmla="*/ 1728524 w 6756400"/>
              <a:gd name="connsiteY90" fmla="*/ 3342411 h 6858000"/>
              <a:gd name="connsiteX91" fmla="*/ 1989818 w 6756400"/>
              <a:gd name="connsiteY91" fmla="*/ 3140758 h 6858000"/>
              <a:gd name="connsiteX92" fmla="*/ 1978064 w 6756400"/>
              <a:gd name="connsiteY92" fmla="*/ 3124481 h 6858000"/>
              <a:gd name="connsiteX93" fmla="*/ 1718578 w 6756400"/>
              <a:gd name="connsiteY93" fmla="*/ 3325229 h 6858000"/>
              <a:gd name="connsiteX94" fmla="*/ 1158920 w 6756400"/>
              <a:gd name="connsiteY94" fmla="*/ 2899317 h 6858000"/>
              <a:gd name="connsiteX95" fmla="*/ 1579342 w 6756400"/>
              <a:gd name="connsiteY95" fmla="*/ 2573779 h 6858000"/>
              <a:gd name="connsiteX96" fmla="*/ 1567588 w 6756400"/>
              <a:gd name="connsiteY96" fmla="*/ 2557502 h 6858000"/>
              <a:gd name="connsiteX97" fmla="*/ 1149879 w 6756400"/>
              <a:gd name="connsiteY97" fmla="*/ 2881232 h 6858000"/>
              <a:gd name="connsiteX98" fmla="*/ 1149879 w 6756400"/>
              <a:gd name="connsiteY98" fmla="*/ 2350424 h 6858000"/>
              <a:gd name="connsiteX99" fmla="*/ 1321664 w 6756400"/>
              <a:gd name="connsiteY99" fmla="*/ 2216592 h 6858000"/>
              <a:gd name="connsiteX100" fmla="*/ 1309910 w 6756400"/>
              <a:gd name="connsiteY100" fmla="*/ 2201219 h 6858000"/>
              <a:gd name="connsiteX101" fmla="*/ 1139934 w 6756400"/>
              <a:gd name="connsiteY101" fmla="*/ 2332339 h 6858000"/>
              <a:gd name="connsiteX102" fmla="*/ 580276 w 6756400"/>
              <a:gd name="connsiteY102" fmla="*/ 1907331 h 6858000"/>
              <a:gd name="connsiteX103" fmla="*/ 1138125 w 6756400"/>
              <a:gd name="connsiteY103" fmla="*/ 1474184 h 6858000"/>
              <a:gd name="connsiteX104" fmla="*/ 1697783 w 6756400"/>
              <a:gd name="connsiteY104" fmla="*/ 1899192 h 6858000"/>
              <a:gd name="connsiteX105" fmla="*/ 1310815 w 6756400"/>
              <a:gd name="connsiteY105" fmla="*/ 2200315 h 6858000"/>
              <a:gd name="connsiteX106" fmla="*/ 1322568 w 6756400"/>
              <a:gd name="connsiteY106" fmla="*/ 2216592 h 6858000"/>
              <a:gd name="connsiteX107" fmla="*/ 1704112 w 6756400"/>
              <a:gd name="connsiteY107" fmla="*/ 1919991 h 6858000"/>
              <a:gd name="connsiteX108" fmla="*/ 1704112 w 6756400"/>
              <a:gd name="connsiteY108" fmla="*/ 2450798 h 6858000"/>
              <a:gd name="connsiteX109" fmla="*/ 1568492 w 6756400"/>
              <a:gd name="connsiteY109" fmla="*/ 2556598 h 6858000"/>
              <a:gd name="connsiteX110" fmla="*/ 1580246 w 6756400"/>
              <a:gd name="connsiteY110" fmla="*/ 2572875 h 6858000"/>
              <a:gd name="connsiteX111" fmla="*/ 1709537 w 6756400"/>
              <a:gd name="connsiteY111" fmla="*/ 2472501 h 6858000"/>
              <a:gd name="connsiteX112" fmla="*/ 2269195 w 6756400"/>
              <a:gd name="connsiteY112" fmla="*/ 2898413 h 6858000"/>
              <a:gd name="connsiteX113" fmla="*/ 1978968 w 6756400"/>
              <a:gd name="connsiteY113" fmla="*/ 3123577 h 6858000"/>
              <a:gd name="connsiteX114" fmla="*/ 1990722 w 6756400"/>
              <a:gd name="connsiteY114" fmla="*/ 3139854 h 6858000"/>
              <a:gd name="connsiteX115" fmla="*/ 2282757 w 6756400"/>
              <a:gd name="connsiteY115" fmla="*/ 2912881 h 6858000"/>
              <a:gd name="connsiteX116" fmla="*/ 2282757 w 6756400"/>
              <a:gd name="connsiteY116" fmla="*/ 3179642 h 6858000"/>
              <a:gd name="connsiteX117" fmla="*/ 2303552 w 6756400"/>
              <a:gd name="connsiteY117" fmla="*/ 3176929 h 6858000"/>
              <a:gd name="connsiteX118" fmla="*/ 2303552 w 6756400"/>
              <a:gd name="connsiteY118" fmla="*/ 2904743 h 6858000"/>
              <a:gd name="connsiteX119" fmla="*/ 2327963 w 6756400"/>
              <a:gd name="connsiteY119" fmla="*/ 2885753 h 6858000"/>
              <a:gd name="connsiteX120" fmla="*/ 2327963 w 6756400"/>
              <a:gd name="connsiteY120" fmla="*/ 2860433 h 6858000"/>
              <a:gd name="connsiteX121" fmla="*/ 2300839 w 6756400"/>
              <a:gd name="connsiteY121" fmla="*/ 2881232 h 6858000"/>
              <a:gd name="connsiteX122" fmla="*/ 2300839 w 6756400"/>
              <a:gd name="connsiteY122" fmla="*/ 2350424 h 6858000"/>
              <a:gd name="connsiteX123" fmla="*/ 2327963 w 6756400"/>
              <a:gd name="connsiteY123" fmla="*/ 2328721 h 6858000"/>
              <a:gd name="connsiteX124" fmla="*/ 2327963 w 6756400"/>
              <a:gd name="connsiteY124" fmla="*/ 2303402 h 6858000"/>
              <a:gd name="connsiteX125" fmla="*/ 2290894 w 6756400"/>
              <a:gd name="connsiteY125" fmla="*/ 2332339 h 6858000"/>
              <a:gd name="connsiteX126" fmla="*/ 1731236 w 6756400"/>
              <a:gd name="connsiteY126" fmla="*/ 1907331 h 6858000"/>
              <a:gd name="connsiteX127" fmla="*/ 2289086 w 6756400"/>
              <a:gd name="connsiteY127" fmla="*/ 1474184 h 6858000"/>
              <a:gd name="connsiteX128" fmla="*/ 2848743 w 6756400"/>
              <a:gd name="connsiteY128" fmla="*/ 1899192 h 6858000"/>
              <a:gd name="connsiteX129" fmla="*/ 2328867 w 6756400"/>
              <a:gd name="connsiteY129" fmla="*/ 2302498 h 6858000"/>
              <a:gd name="connsiteX130" fmla="*/ 2328867 w 6756400"/>
              <a:gd name="connsiteY130" fmla="*/ 2327817 h 6858000"/>
              <a:gd name="connsiteX131" fmla="*/ 2855072 w 6756400"/>
              <a:gd name="connsiteY131" fmla="*/ 1919991 h 6858000"/>
              <a:gd name="connsiteX132" fmla="*/ 2855072 w 6756400"/>
              <a:gd name="connsiteY132" fmla="*/ 2450798 h 6858000"/>
              <a:gd name="connsiteX133" fmla="*/ 2328867 w 6756400"/>
              <a:gd name="connsiteY133" fmla="*/ 2859529 h 6858000"/>
              <a:gd name="connsiteX134" fmla="*/ 2328867 w 6756400"/>
              <a:gd name="connsiteY134" fmla="*/ 2884849 h 6858000"/>
              <a:gd name="connsiteX135" fmla="*/ 2874963 w 6756400"/>
              <a:gd name="connsiteY135" fmla="*/ 2460745 h 6858000"/>
              <a:gd name="connsiteX136" fmla="*/ 2874963 w 6756400"/>
              <a:gd name="connsiteY136" fmla="*/ 1894671 h 6858000"/>
              <a:gd name="connsiteX137" fmla="*/ 2303552 w 6756400"/>
              <a:gd name="connsiteY137" fmla="*/ 1459716 h 6858000"/>
              <a:gd name="connsiteX138" fmla="*/ 2303552 w 6756400"/>
              <a:gd name="connsiteY138" fmla="*/ 926195 h 6858000"/>
              <a:gd name="connsiteX139" fmla="*/ 2282757 w 6756400"/>
              <a:gd name="connsiteY139" fmla="*/ 941568 h 6858000"/>
              <a:gd name="connsiteX140" fmla="*/ 2282757 w 6756400"/>
              <a:gd name="connsiteY140" fmla="*/ 1451578 h 6858000"/>
              <a:gd name="connsiteX141" fmla="*/ 1728524 w 6756400"/>
              <a:gd name="connsiteY141" fmla="*/ 1882011 h 6858000"/>
              <a:gd name="connsiteX142" fmla="*/ 1728524 w 6756400"/>
              <a:gd name="connsiteY142" fmla="*/ 1351203 h 6858000"/>
              <a:gd name="connsiteX143" fmla="*/ 2282757 w 6756400"/>
              <a:gd name="connsiteY143" fmla="*/ 920770 h 6858000"/>
              <a:gd name="connsiteX144" fmla="*/ 2282757 w 6756400"/>
              <a:gd name="connsiteY144" fmla="*/ 940664 h 6858000"/>
              <a:gd name="connsiteX145" fmla="*/ 2303552 w 6756400"/>
              <a:gd name="connsiteY145" fmla="*/ 924387 h 6858000"/>
              <a:gd name="connsiteX146" fmla="*/ 2303552 w 6756400"/>
              <a:gd name="connsiteY146" fmla="*/ 895450 h 6858000"/>
              <a:gd name="connsiteX147" fmla="*/ 1749319 w 6756400"/>
              <a:gd name="connsiteY147" fmla="*/ 474059 h 6858000"/>
              <a:gd name="connsiteX148" fmla="*/ 1733044 w 6756400"/>
              <a:gd name="connsiteY148" fmla="*/ 486719 h 6858000"/>
              <a:gd name="connsiteX149" fmla="*/ 2276428 w 6756400"/>
              <a:gd name="connsiteY149" fmla="*/ 899971 h 6858000"/>
              <a:gd name="connsiteX150" fmla="*/ 1718578 w 6756400"/>
              <a:gd name="connsiteY150" fmla="*/ 1333118 h 6858000"/>
              <a:gd name="connsiteX151" fmla="*/ 1158920 w 6756400"/>
              <a:gd name="connsiteY151" fmla="*/ 908110 h 6858000"/>
              <a:gd name="connsiteX152" fmla="*/ 1716770 w 6756400"/>
              <a:gd name="connsiteY152" fmla="*/ 474964 h 6858000"/>
              <a:gd name="connsiteX153" fmla="*/ 1732140 w 6756400"/>
              <a:gd name="connsiteY153" fmla="*/ 486719 h 6858000"/>
              <a:gd name="connsiteX154" fmla="*/ 1748415 w 6756400"/>
              <a:gd name="connsiteY154" fmla="*/ 474059 h 6858000"/>
              <a:gd name="connsiteX155" fmla="*/ 1724907 w 6756400"/>
              <a:gd name="connsiteY155" fmla="*/ 455070 h 6858000"/>
              <a:gd name="connsiteX156" fmla="*/ 1724907 w 6756400"/>
              <a:gd name="connsiteY156" fmla="*/ 206 h 6858000"/>
              <a:gd name="connsiteX157" fmla="*/ 1606490 w 6756400"/>
              <a:gd name="connsiteY157" fmla="*/ 0 h 6858000"/>
              <a:gd name="connsiteX158" fmla="*/ 1704112 w 6756400"/>
              <a:gd name="connsiteY158" fmla="*/ 0 h 6858000"/>
              <a:gd name="connsiteX159" fmla="*/ 1704112 w 6756400"/>
              <a:gd name="connsiteY159" fmla="*/ 79700 h 6858000"/>
              <a:gd name="connsiteX160" fmla="*/ 1704112 w 6756400"/>
              <a:gd name="connsiteY160" fmla="*/ 455974 h 6858000"/>
              <a:gd name="connsiteX161" fmla="*/ 1149879 w 6756400"/>
              <a:gd name="connsiteY161" fmla="*/ 885503 h 6858000"/>
              <a:gd name="connsiteX162" fmla="*/ 1149879 w 6756400"/>
              <a:gd name="connsiteY162" fmla="*/ 354695 h 6858000"/>
              <a:gd name="connsiteX163" fmla="*/ 1606476 w 6756400"/>
              <a:gd name="connsiteY163" fmla="*/ 11 h 6858000"/>
              <a:gd name="connsiteX164" fmla="*/ 696284 w 6756400"/>
              <a:gd name="connsiteY164" fmla="*/ 0 h 6858000"/>
              <a:gd name="connsiteX165" fmla="*/ 1573942 w 6756400"/>
              <a:gd name="connsiteY165" fmla="*/ 0 h 6858000"/>
              <a:gd name="connsiteX166" fmla="*/ 1498270 w 6756400"/>
              <a:gd name="connsiteY166" fmla="*/ 58848 h 6858000"/>
              <a:gd name="connsiteX167" fmla="*/ 1139934 w 6756400"/>
              <a:gd name="connsiteY167" fmla="*/ 337514 h 6858000"/>
              <a:gd name="connsiteX168" fmla="*/ 701161 w 6756400"/>
              <a:gd name="connsiteY168" fmla="*/ 371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6756400" h="6858000">
                <a:moveTo>
                  <a:pt x="558577" y="2472501"/>
                </a:moveTo>
                <a:cubicBezTo>
                  <a:pt x="1118234" y="2898413"/>
                  <a:pt x="1118234" y="2898413"/>
                  <a:pt x="1118234" y="2898413"/>
                </a:cubicBezTo>
                <a:cubicBezTo>
                  <a:pt x="754773" y="3179642"/>
                  <a:pt x="754773" y="3179642"/>
                  <a:pt x="754773" y="3179642"/>
                </a:cubicBezTo>
                <a:cubicBezTo>
                  <a:pt x="765623" y="3197727"/>
                  <a:pt x="765623" y="3197727"/>
                  <a:pt x="765623" y="3197727"/>
                </a:cubicBezTo>
                <a:cubicBezTo>
                  <a:pt x="1132700" y="2912881"/>
                  <a:pt x="1132700" y="2912881"/>
                  <a:pt x="1132700" y="2912881"/>
                </a:cubicBezTo>
                <a:cubicBezTo>
                  <a:pt x="1132700" y="3443689"/>
                  <a:pt x="1132700" y="3443689"/>
                  <a:pt x="1132700" y="3443689"/>
                </a:cubicBezTo>
                <a:cubicBezTo>
                  <a:pt x="978998" y="3562149"/>
                  <a:pt x="978998" y="3562149"/>
                  <a:pt x="978998" y="3562149"/>
                </a:cubicBezTo>
                <a:cubicBezTo>
                  <a:pt x="990752" y="3582043"/>
                  <a:pt x="990752" y="3582043"/>
                  <a:pt x="990752" y="3582043"/>
                </a:cubicBezTo>
                <a:cubicBezTo>
                  <a:pt x="1138125" y="3467200"/>
                  <a:pt x="1138125" y="3467200"/>
                  <a:pt x="1138125" y="3467200"/>
                </a:cubicBezTo>
                <a:cubicBezTo>
                  <a:pt x="1697783" y="3892208"/>
                  <a:pt x="1697783" y="3892208"/>
                  <a:pt x="1697783" y="3892208"/>
                </a:cubicBezTo>
                <a:cubicBezTo>
                  <a:pt x="1337034" y="4172532"/>
                  <a:pt x="1337034" y="4172532"/>
                  <a:pt x="1337034" y="4172532"/>
                </a:cubicBezTo>
                <a:cubicBezTo>
                  <a:pt x="1346980" y="4190618"/>
                  <a:pt x="1346980" y="4190618"/>
                  <a:pt x="1346980" y="4190618"/>
                </a:cubicBezTo>
                <a:cubicBezTo>
                  <a:pt x="1704112" y="3913006"/>
                  <a:pt x="1704112" y="3913006"/>
                  <a:pt x="1704112" y="3913006"/>
                </a:cubicBezTo>
                <a:cubicBezTo>
                  <a:pt x="1704112" y="4443814"/>
                  <a:pt x="1704112" y="4443814"/>
                  <a:pt x="1704112" y="4443814"/>
                </a:cubicBezTo>
                <a:cubicBezTo>
                  <a:pt x="1560355" y="4555944"/>
                  <a:pt x="1560355" y="4555944"/>
                  <a:pt x="1560355" y="4555944"/>
                </a:cubicBezTo>
                <a:cubicBezTo>
                  <a:pt x="1149879" y="4874248"/>
                  <a:pt x="1149879" y="4874248"/>
                  <a:pt x="1149879" y="4874248"/>
                </a:cubicBezTo>
                <a:cubicBezTo>
                  <a:pt x="1149879" y="4343440"/>
                  <a:pt x="1149879" y="4343440"/>
                  <a:pt x="1149879" y="4343440"/>
                </a:cubicBezTo>
                <a:cubicBezTo>
                  <a:pt x="1346076" y="4190618"/>
                  <a:pt x="1346076" y="4190618"/>
                  <a:pt x="1346076" y="4190618"/>
                </a:cubicBezTo>
                <a:cubicBezTo>
                  <a:pt x="1336130" y="4173437"/>
                  <a:pt x="1336130" y="4173437"/>
                  <a:pt x="1336130" y="4173437"/>
                </a:cubicBezTo>
                <a:cubicBezTo>
                  <a:pt x="1139934" y="4325354"/>
                  <a:pt x="1139934" y="4325354"/>
                  <a:pt x="1139934" y="4325354"/>
                </a:cubicBezTo>
                <a:cubicBezTo>
                  <a:pt x="580276" y="3900346"/>
                  <a:pt x="580276" y="3900346"/>
                  <a:pt x="580276" y="3900346"/>
                </a:cubicBezTo>
                <a:cubicBezTo>
                  <a:pt x="989848" y="3582043"/>
                  <a:pt x="989848" y="3582043"/>
                  <a:pt x="989848" y="3582043"/>
                </a:cubicBezTo>
                <a:cubicBezTo>
                  <a:pt x="978094" y="3563053"/>
                  <a:pt x="978094" y="3563053"/>
                  <a:pt x="978094" y="3563053"/>
                </a:cubicBezTo>
                <a:cubicBezTo>
                  <a:pt x="577563" y="3874123"/>
                  <a:pt x="577563" y="3874123"/>
                  <a:pt x="577563" y="3874123"/>
                </a:cubicBezTo>
                <a:cubicBezTo>
                  <a:pt x="577563" y="3342411"/>
                  <a:pt x="577563" y="3342411"/>
                  <a:pt x="577563" y="3342411"/>
                </a:cubicBezTo>
                <a:cubicBezTo>
                  <a:pt x="764719" y="3197727"/>
                  <a:pt x="764719" y="3197727"/>
                  <a:pt x="764719" y="3197727"/>
                </a:cubicBezTo>
                <a:cubicBezTo>
                  <a:pt x="754773" y="3180546"/>
                  <a:pt x="754773" y="3180546"/>
                  <a:pt x="754773" y="3180546"/>
                </a:cubicBezTo>
                <a:cubicBezTo>
                  <a:pt x="567618" y="3325229"/>
                  <a:pt x="567618" y="3325229"/>
                  <a:pt x="567618" y="3325229"/>
                </a:cubicBezTo>
                <a:cubicBezTo>
                  <a:pt x="7960" y="2899317"/>
                  <a:pt x="7960" y="2899317"/>
                  <a:pt x="7960" y="2899317"/>
                </a:cubicBezTo>
                <a:cubicBezTo>
                  <a:pt x="558577" y="2472501"/>
                  <a:pt x="558577" y="2472501"/>
                  <a:pt x="558577" y="2472501"/>
                </a:cubicBezTo>
                <a:close/>
                <a:moveTo>
                  <a:pt x="1724907" y="0"/>
                </a:moveTo>
                <a:lnTo>
                  <a:pt x="6756400" y="0"/>
                </a:lnTo>
                <a:lnTo>
                  <a:pt x="6756400" y="6858000"/>
                </a:lnTo>
                <a:lnTo>
                  <a:pt x="0" y="6858000"/>
                </a:lnTo>
                <a:lnTo>
                  <a:pt x="0" y="6856412"/>
                </a:lnTo>
                <a:lnTo>
                  <a:pt x="162738" y="6856412"/>
                </a:lnTo>
                <a:cubicBezTo>
                  <a:pt x="1149879" y="6856412"/>
                  <a:pt x="1149879" y="6856412"/>
                  <a:pt x="1149879" y="6856412"/>
                </a:cubicBezTo>
                <a:cubicBezTo>
                  <a:pt x="1149879" y="6332839"/>
                  <a:pt x="1149879" y="6332839"/>
                  <a:pt x="1149879" y="6332839"/>
                </a:cubicBezTo>
                <a:cubicBezTo>
                  <a:pt x="1704112" y="5902405"/>
                  <a:pt x="1704112" y="5902405"/>
                  <a:pt x="1704112" y="5902405"/>
                </a:cubicBezTo>
                <a:cubicBezTo>
                  <a:pt x="1704112" y="6433213"/>
                  <a:pt x="1704112" y="6433213"/>
                  <a:pt x="1704112" y="6433213"/>
                </a:cubicBezTo>
                <a:cubicBezTo>
                  <a:pt x="1159824" y="6855508"/>
                  <a:pt x="1159824" y="6855508"/>
                  <a:pt x="1159824" y="6855508"/>
                </a:cubicBezTo>
                <a:cubicBezTo>
                  <a:pt x="1193277" y="6855508"/>
                  <a:pt x="1193277" y="6855508"/>
                  <a:pt x="1193277" y="6855508"/>
                </a:cubicBezTo>
                <a:cubicBezTo>
                  <a:pt x="1724907" y="6443160"/>
                  <a:pt x="1724907" y="6443160"/>
                  <a:pt x="1724907" y="6443160"/>
                </a:cubicBezTo>
                <a:cubicBezTo>
                  <a:pt x="1724907" y="5877086"/>
                  <a:pt x="1724907" y="5877086"/>
                  <a:pt x="1724907" y="5877086"/>
                </a:cubicBezTo>
                <a:cubicBezTo>
                  <a:pt x="1386762" y="5620272"/>
                  <a:pt x="1386762" y="5620272"/>
                  <a:pt x="1386762" y="5620272"/>
                </a:cubicBezTo>
                <a:cubicBezTo>
                  <a:pt x="1372296" y="5617559"/>
                  <a:pt x="1357829" y="5614847"/>
                  <a:pt x="1343363" y="5612134"/>
                </a:cubicBezTo>
                <a:cubicBezTo>
                  <a:pt x="1697783" y="5881607"/>
                  <a:pt x="1697783" y="5881607"/>
                  <a:pt x="1697783" y="5881607"/>
                </a:cubicBezTo>
                <a:cubicBezTo>
                  <a:pt x="1139934" y="6314753"/>
                  <a:pt x="1139934" y="6314753"/>
                  <a:pt x="1139934" y="6314753"/>
                </a:cubicBezTo>
                <a:cubicBezTo>
                  <a:pt x="581180" y="5889745"/>
                  <a:pt x="581180" y="5889745"/>
                  <a:pt x="581180" y="5889745"/>
                </a:cubicBezTo>
                <a:cubicBezTo>
                  <a:pt x="1014259" y="5553356"/>
                  <a:pt x="1014259" y="5553356"/>
                  <a:pt x="1014259" y="5553356"/>
                </a:cubicBezTo>
                <a:cubicBezTo>
                  <a:pt x="1005218" y="5551548"/>
                  <a:pt x="995272" y="5549739"/>
                  <a:pt x="987135" y="5548835"/>
                </a:cubicBezTo>
                <a:cubicBezTo>
                  <a:pt x="577563" y="5866234"/>
                  <a:pt x="577563" y="5866234"/>
                  <a:pt x="577563" y="5866234"/>
                </a:cubicBezTo>
                <a:cubicBezTo>
                  <a:pt x="577563" y="5335426"/>
                  <a:pt x="577563" y="5335426"/>
                  <a:pt x="577563" y="5335426"/>
                </a:cubicBezTo>
                <a:cubicBezTo>
                  <a:pt x="1132700" y="4905897"/>
                  <a:pt x="1132700" y="4905897"/>
                  <a:pt x="1132700" y="4905897"/>
                </a:cubicBezTo>
                <a:cubicBezTo>
                  <a:pt x="1132700" y="5435801"/>
                  <a:pt x="1132700" y="5435801"/>
                  <a:pt x="1132700" y="5435801"/>
                </a:cubicBezTo>
                <a:cubicBezTo>
                  <a:pt x="988039" y="5547930"/>
                  <a:pt x="988039" y="5547930"/>
                  <a:pt x="988039" y="5547930"/>
                </a:cubicBezTo>
                <a:cubicBezTo>
                  <a:pt x="997081" y="5549739"/>
                  <a:pt x="1006122" y="5550643"/>
                  <a:pt x="1015163" y="5552452"/>
                </a:cubicBezTo>
                <a:cubicBezTo>
                  <a:pt x="1139029" y="5456599"/>
                  <a:pt x="1139029" y="5456599"/>
                  <a:pt x="1139029" y="5456599"/>
                </a:cubicBezTo>
                <a:cubicBezTo>
                  <a:pt x="1342459" y="5611229"/>
                  <a:pt x="1342459" y="5611229"/>
                  <a:pt x="1342459" y="5611229"/>
                </a:cubicBezTo>
                <a:cubicBezTo>
                  <a:pt x="1356925" y="5613942"/>
                  <a:pt x="1371391" y="5616655"/>
                  <a:pt x="1384953" y="5619368"/>
                </a:cubicBezTo>
                <a:cubicBezTo>
                  <a:pt x="1152591" y="5442131"/>
                  <a:pt x="1152591" y="5442131"/>
                  <a:pt x="1152591" y="5442131"/>
                </a:cubicBezTo>
                <a:cubicBezTo>
                  <a:pt x="1152591" y="4897759"/>
                  <a:pt x="1152591" y="4897759"/>
                  <a:pt x="1152591" y="4897759"/>
                </a:cubicBezTo>
                <a:cubicBezTo>
                  <a:pt x="1570300" y="4573125"/>
                  <a:pt x="1570300" y="4573125"/>
                  <a:pt x="1570300" y="4573125"/>
                </a:cubicBezTo>
                <a:cubicBezTo>
                  <a:pt x="1560355" y="4555944"/>
                  <a:pt x="1560355" y="4555944"/>
                  <a:pt x="1560355" y="4555944"/>
                </a:cubicBezTo>
                <a:cubicBezTo>
                  <a:pt x="1571205" y="4573125"/>
                  <a:pt x="1571205" y="4573125"/>
                  <a:pt x="1571205" y="4573125"/>
                </a:cubicBezTo>
                <a:cubicBezTo>
                  <a:pt x="1709537" y="4465517"/>
                  <a:pt x="1709537" y="4465517"/>
                  <a:pt x="1709537" y="4465517"/>
                </a:cubicBezTo>
                <a:cubicBezTo>
                  <a:pt x="2290894" y="4907706"/>
                  <a:pt x="2290894" y="4907706"/>
                  <a:pt x="2290894" y="4907706"/>
                </a:cubicBezTo>
                <a:cubicBezTo>
                  <a:pt x="2874963" y="4453761"/>
                  <a:pt x="2874963" y="4453761"/>
                  <a:pt x="2874963" y="4453761"/>
                </a:cubicBezTo>
                <a:cubicBezTo>
                  <a:pt x="2874963" y="4272907"/>
                  <a:pt x="2874963" y="4272907"/>
                  <a:pt x="2874963" y="4272907"/>
                </a:cubicBezTo>
                <a:cubicBezTo>
                  <a:pt x="2855072" y="4281949"/>
                  <a:pt x="2855072" y="4281949"/>
                  <a:pt x="2855072" y="4281949"/>
                </a:cubicBezTo>
                <a:cubicBezTo>
                  <a:pt x="2855072" y="4443814"/>
                  <a:pt x="2855072" y="4443814"/>
                  <a:pt x="2855072" y="4443814"/>
                </a:cubicBezTo>
                <a:cubicBezTo>
                  <a:pt x="2300839" y="4874248"/>
                  <a:pt x="2300839" y="4874248"/>
                  <a:pt x="2300839" y="4874248"/>
                </a:cubicBezTo>
                <a:cubicBezTo>
                  <a:pt x="2300839" y="4343440"/>
                  <a:pt x="2300839" y="4343440"/>
                  <a:pt x="2300839" y="4343440"/>
                </a:cubicBezTo>
                <a:cubicBezTo>
                  <a:pt x="2855072" y="3913006"/>
                  <a:pt x="2855072" y="3913006"/>
                  <a:pt x="2855072" y="3913006"/>
                </a:cubicBezTo>
                <a:cubicBezTo>
                  <a:pt x="2855072" y="4281045"/>
                  <a:pt x="2855072" y="4281045"/>
                  <a:pt x="2855072" y="4281045"/>
                </a:cubicBezTo>
                <a:cubicBezTo>
                  <a:pt x="2874963" y="4272002"/>
                  <a:pt x="2874963" y="4272002"/>
                  <a:pt x="2874963" y="4272002"/>
                </a:cubicBezTo>
                <a:cubicBezTo>
                  <a:pt x="2874963" y="3887687"/>
                  <a:pt x="2874963" y="3887687"/>
                  <a:pt x="2874963" y="3887687"/>
                </a:cubicBezTo>
                <a:cubicBezTo>
                  <a:pt x="2675150" y="3735769"/>
                  <a:pt x="2675150" y="3735769"/>
                  <a:pt x="2675150" y="3735769"/>
                </a:cubicBezTo>
                <a:cubicBezTo>
                  <a:pt x="2654355" y="3744812"/>
                  <a:pt x="2654355" y="3744812"/>
                  <a:pt x="2654355" y="3744812"/>
                </a:cubicBezTo>
                <a:cubicBezTo>
                  <a:pt x="2848743" y="3892208"/>
                  <a:pt x="2848743" y="3892208"/>
                  <a:pt x="2848743" y="3892208"/>
                </a:cubicBezTo>
                <a:cubicBezTo>
                  <a:pt x="2290894" y="4325354"/>
                  <a:pt x="2290894" y="4325354"/>
                  <a:pt x="2290894" y="4325354"/>
                </a:cubicBezTo>
                <a:cubicBezTo>
                  <a:pt x="1731236" y="3900346"/>
                  <a:pt x="1731236" y="3900346"/>
                  <a:pt x="1731236" y="3900346"/>
                </a:cubicBezTo>
                <a:cubicBezTo>
                  <a:pt x="2289086" y="3467200"/>
                  <a:pt x="2289086" y="3467200"/>
                  <a:pt x="2289086" y="3467200"/>
                </a:cubicBezTo>
                <a:cubicBezTo>
                  <a:pt x="2653451" y="3743907"/>
                  <a:pt x="2653451" y="3743907"/>
                  <a:pt x="2653451" y="3743907"/>
                </a:cubicBezTo>
                <a:cubicBezTo>
                  <a:pt x="2674246" y="3734865"/>
                  <a:pt x="2674246" y="3734865"/>
                  <a:pt x="2674246" y="3734865"/>
                </a:cubicBezTo>
                <a:cubicBezTo>
                  <a:pt x="2303552" y="3452732"/>
                  <a:pt x="2303552" y="3452732"/>
                  <a:pt x="2303552" y="3452732"/>
                </a:cubicBezTo>
                <a:cubicBezTo>
                  <a:pt x="2303552" y="3177833"/>
                  <a:pt x="2303552" y="3177833"/>
                  <a:pt x="2303552" y="3177833"/>
                </a:cubicBezTo>
                <a:cubicBezTo>
                  <a:pt x="2282757" y="3180546"/>
                  <a:pt x="2282757" y="3180546"/>
                  <a:pt x="2282757" y="3180546"/>
                </a:cubicBezTo>
                <a:cubicBezTo>
                  <a:pt x="2282757" y="3443689"/>
                  <a:pt x="2282757" y="3443689"/>
                  <a:pt x="2282757" y="3443689"/>
                </a:cubicBezTo>
                <a:cubicBezTo>
                  <a:pt x="1728524" y="3874123"/>
                  <a:pt x="1728524" y="3874123"/>
                  <a:pt x="1728524" y="3874123"/>
                </a:cubicBezTo>
                <a:cubicBezTo>
                  <a:pt x="1728524" y="3342411"/>
                  <a:pt x="1728524" y="3342411"/>
                  <a:pt x="1728524" y="3342411"/>
                </a:cubicBezTo>
                <a:cubicBezTo>
                  <a:pt x="1989818" y="3140758"/>
                  <a:pt x="1989818" y="3140758"/>
                  <a:pt x="1989818" y="3140758"/>
                </a:cubicBezTo>
                <a:cubicBezTo>
                  <a:pt x="1978064" y="3124481"/>
                  <a:pt x="1978064" y="3124481"/>
                  <a:pt x="1978064" y="3124481"/>
                </a:cubicBezTo>
                <a:cubicBezTo>
                  <a:pt x="1718578" y="3325229"/>
                  <a:pt x="1718578" y="3325229"/>
                  <a:pt x="1718578" y="3325229"/>
                </a:cubicBezTo>
                <a:cubicBezTo>
                  <a:pt x="1158920" y="2899317"/>
                  <a:pt x="1158920" y="2899317"/>
                  <a:pt x="1158920" y="2899317"/>
                </a:cubicBezTo>
                <a:cubicBezTo>
                  <a:pt x="1579342" y="2573779"/>
                  <a:pt x="1579342" y="2573779"/>
                  <a:pt x="1579342" y="2573779"/>
                </a:cubicBezTo>
                <a:cubicBezTo>
                  <a:pt x="1567588" y="2557502"/>
                  <a:pt x="1567588" y="2557502"/>
                  <a:pt x="1567588" y="2557502"/>
                </a:cubicBezTo>
                <a:cubicBezTo>
                  <a:pt x="1149879" y="2881232"/>
                  <a:pt x="1149879" y="2881232"/>
                  <a:pt x="1149879" y="2881232"/>
                </a:cubicBezTo>
                <a:cubicBezTo>
                  <a:pt x="1149879" y="2350424"/>
                  <a:pt x="1149879" y="2350424"/>
                  <a:pt x="1149879" y="2350424"/>
                </a:cubicBezTo>
                <a:cubicBezTo>
                  <a:pt x="1321664" y="2216592"/>
                  <a:pt x="1321664" y="2216592"/>
                  <a:pt x="1321664" y="2216592"/>
                </a:cubicBezTo>
                <a:cubicBezTo>
                  <a:pt x="1309910" y="2201219"/>
                  <a:pt x="1309910" y="2201219"/>
                  <a:pt x="1309910" y="2201219"/>
                </a:cubicBezTo>
                <a:cubicBezTo>
                  <a:pt x="1139934" y="2332339"/>
                  <a:pt x="1139934" y="2332339"/>
                  <a:pt x="1139934" y="2332339"/>
                </a:cubicBezTo>
                <a:cubicBezTo>
                  <a:pt x="580276" y="1907331"/>
                  <a:pt x="580276" y="1907331"/>
                  <a:pt x="580276" y="1907331"/>
                </a:cubicBezTo>
                <a:cubicBezTo>
                  <a:pt x="1138125" y="1474184"/>
                  <a:pt x="1138125" y="1474184"/>
                  <a:pt x="1138125" y="1474184"/>
                </a:cubicBezTo>
                <a:cubicBezTo>
                  <a:pt x="1697783" y="1899192"/>
                  <a:pt x="1697783" y="1899192"/>
                  <a:pt x="1697783" y="1899192"/>
                </a:cubicBezTo>
                <a:cubicBezTo>
                  <a:pt x="1310815" y="2200315"/>
                  <a:pt x="1310815" y="2200315"/>
                  <a:pt x="1310815" y="2200315"/>
                </a:cubicBezTo>
                <a:cubicBezTo>
                  <a:pt x="1322568" y="2216592"/>
                  <a:pt x="1322568" y="2216592"/>
                  <a:pt x="1322568" y="2216592"/>
                </a:cubicBezTo>
                <a:cubicBezTo>
                  <a:pt x="1704112" y="1919991"/>
                  <a:pt x="1704112" y="1919991"/>
                  <a:pt x="1704112" y="1919991"/>
                </a:cubicBezTo>
                <a:cubicBezTo>
                  <a:pt x="1704112" y="2450798"/>
                  <a:pt x="1704112" y="2450798"/>
                  <a:pt x="1704112" y="2450798"/>
                </a:cubicBezTo>
                <a:cubicBezTo>
                  <a:pt x="1568492" y="2556598"/>
                  <a:pt x="1568492" y="2556598"/>
                  <a:pt x="1568492" y="2556598"/>
                </a:cubicBezTo>
                <a:cubicBezTo>
                  <a:pt x="1580246" y="2572875"/>
                  <a:pt x="1580246" y="2572875"/>
                  <a:pt x="1580246" y="2572875"/>
                </a:cubicBezTo>
                <a:cubicBezTo>
                  <a:pt x="1709537" y="2472501"/>
                  <a:pt x="1709537" y="2472501"/>
                  <a:pt x="1709537" y="2472501"/>
                </a:cubicBezTo>
                <a:cubicBezTo>
                  <a:pt x="2269195" y="2898413"/>
                  <a:pt x="2269195" y="2898413"/>
                  <a:pt x="2269195" y="2898413"/>
                </a:cubicBezTo>
                <a:cubicBezTo>
                  <a:pt x="1978968" y="3123577"/>
                  <a:pt x="1978968" y="3123577"/>
                  <a:pt x="1978968" y="3123577"/>
                </a:cubicBezTo>
                <a:cubicBezTo>
                  <a:pt x="1990722" y="3139854"/>
                  <a:pt x="1990722" y="3139854"/>
                  <a:pt x="1990722" y="3139854"/>
                </a:cubicBezTo>
                <a:cubicBezTo>
                  <a:pt x="2282757" y="2912881"/>
                  <a:pt x="2282757" y="2912881"/>
                  <a:pt x="2282757" y="2912881"/>
                </a:cubicBezTo>
                <a:cubicBezTo>
                  <a:pt x="2282757" y="3179642"/>
                  <a:pt x="2282757" y="3179642"/>
                  <a:pt x="2282757" y="3179642"/>
                </a:cubicBezTo>
                <a:cubicBezTo>
                  <a:pt x="2303552" y="3176929"/>
                  <a:pt x="2303552" y="3176929"/>
                  <a:pt x="2303552" y="3176929"/>
                </a:cubicBezTo>
                <a:cubicBezTo>
                  <a:pt x="2303552" y="2904743"/>
                  <a:pt x="2303552" y="2904743"/>
                  <a:pt x="2303552" y="2904743"/>
                </a:cubicBezTo>
                <a:cubicBezTo>
                  <a:pt x="2327963" y="2885753"/>
                  <a:pt x="2327963" y="2885753"/>
                  <a:pt x="2327963" y="2885753"/>
                </a:cubicBezTo>
                <a:cubicBezTo>
                  <a:pt x="2327963" y="2860433"/>
                  <a:pt x="2327963" y="2860433"/>
                  <a:pt x="2327963" y="2860433"/>
                </a:cubicBezTo>
                <a:cubicBezTo>
                  <a:pt x="2300839" y="2881232"/>
                  <a:pt x="2300839" y="2881232"/>
                  <a:pt x="2300839" y="2881232"/>
                </a:cubicBezTo>
                <a:cubicBezTo>
                  <a:pt x="2300839" y="2350424"/>
                  <a:pt x="2300839" y="2350424"/>
                  <a:pt x="2300839" y="2350424"/>
                </a:cubicBezTo>
                <a:cubicBezTo>
                  <a:pt x="2327963" y="2328721"/>
                  <a:pt x="2327963" y="2328721"/>
                  <a:pt x="2327963" y="2328721"/>
                </a:cubicBezTo>
                <a:cubicBezTo>
                  <a:pt x="2327963" y="2303402"/>
                  <a:pt x="2327963" y="2303402"/>
                  <a:pt x="2327963" y="2303402"/>
                </a:cubicBezTo>
                <a:cubicBezTo>
                  <a:pt x="2290894" y="2332339"/>
                  <a:pt x="2290894" y="2332339"/>
                  <a:pt x="2290894" y="2332339"/>
                </a:cubicBezTo>
                <a:cubicBezTo>
                  <a:pt x="1731236" y="1907331"/>
                  <a:pt x="1731236" y="1907331"/>
                  <a:pt x="1731236" y="1907331"/>
                </a:cubicBezTo>
                <a:cubicBezTo>
                  <a:pt x="2289086" y="1474184"/>
                  <a:pt x="2289086" y="1474184"/>
                  <a:pt x="2289086" y="1474184"/>
                </a:cubicBezTo>
                <a:cubicBezTo>
                  <a:pt x="2848743" y="1899192"/>
                  <a:pt x="2848743" y="1899192"/>
                  <a:pt x="2848743" y="1899192"/>
                </a:cubicBezTo>
                <a:cubicBezTo>
                  <a:pt x="2328867" y="2302498"/>
                  <a:pt x="2328867" y="2302498"/>
                  <a:pt x="2328867" y="2302498"/>
                </a:cubicBezTo>
                <a:cubicBezTo>
                  <a:pt x="2328867" y="2327817"/>
                  <a:pt x="2328867" y="2327817"/>
                  <a:pt x="2328867" y="2327817"/>
                </a:cubicBezTo>
                <a:cubicBezTo>
                  <a:pt x="2855072" y="1919991"/>
                  <a:pt x="2855072" y="1919991"/>
                  <a:pt x="2855072" y="1919991"/>
                </a:cubicBezTo>
                <a:cubicBezTo>
                  <a:pt x="2855072" y="2450798"/>
                  <a:pt x="2855072" y="2450798"/>
                  <a:pt x="2855072" y="2450798"/>
                </a:cubicBezTo>
                <a:lnTo>
                  <a:pt x="2328867" y="2859529"/>
                </a:lnTo>
                <a:cubicBezTo>
                  <a:pt x="2328867" y="2884849"/>
                  <a:pt x="2328867" y="2884849"/>
                  <a:pt x="2328867" y="2884849"/>
                </a:cubicBezTo>
                <a:cubicBezTo>
                  <a:pt x="2874963" y="2460745"/>
                  <a:pt x="2874963" y="2460745"/>
                  <a:pt x="2874963" y="2460745"/>
                </a:cubicBezTo>
                <a:cubicBezTo>
                  <a:pt x="2874963" y="1894671"/>
                  <a:pt x="2874963" y="1894671"/>
                  <a:pt x="2874963" y="1894671"/>
                </a:cubicBezTo>
                <a:cubicBezTo>
                  <a:pt x="2303552" y="1459716"/>
                  <a:pt x="2303552" y="1459716"/>
                  <a:pt x="2303552" y="1459716"/>
                </a:cubicBezTo>
                <a:cubicBezTo>
                  <a:pt x="2303552" y="926195"/>
                  <a:pt x="2303552" y="926195"/>
                  <a:pt x="2303552" y="926195"/>
                </a:cubicBezTo>
                <a:cubicBezTo>
                  <a:pt x="2282757" y="941568"/>
                  <a:pt x="2282757" y="941568"/>
                  <a:pt x="2282757" y="941568"/>
                </a:cubicBezTo>
                <a:cubicBezTo>
                  <a:pt x="2282757" y="1451578"/>
                  <a:pt x="2282757" y="1451578"/>
                  <a:pt x="2282757" y="1451578"/>
                </a:cubicBezTo>
                <a:cubicBezTo>
                  <a:pt x="1728524" y="1882011"/>
                  <a:pt x="1728524" y="1882011"/>
                  <a:pt x="1728524" y="1882011"/>
                </a:cubicBezTo>
                <a:cubicBezTo>
                  <a:pt x="1728524" y="1351203"/>
                  <a:pt x="1728524" y="1351203"/>
                  <a:pt x="1728524" y="1351203"/>
                </a:cubicBezTo>
                <a:cubicBezTo>
                  <a:pt x="2282757" y="920770"/>
                  <a:pt x="2282757" y="920770"/>
                  <a:pt x="2282757" y="920770"/>
                </a:cubicBezTo>
                <a:cubicBezTo>
                  <a:pt x="2282757" y="940664"/>
                  <a:pt x="2282757" y="940664"/>
                  <a:pt x="2282757" y="940664"/>
                </a:cubicBezTo>
                <a:cubicBezTo>
                  <a:pt x="2303552" y="924387"/>
                  <a:pt x="2303552" y="924387"/>
                  <a:pt x="2303552" y="924387"/>
                </a:cubicBezTo>
                <a:cubicBezTo>
                  <a:pt x="2303552" y="895450"/>
                  <a:pt x="2303552" y="895450"/>
                  <a:pt x="2303552" y="895450"/>
                </a:cubicBezTo>
                <a:cubicBezTo>
                  <a:pt x="1749319" y="474059"/>
                  <a:pt x="1749319" y="474059"/>
                  <a:pt x="1749319" y="474059"/>
                </a:cubicBezTo>
                <a:cubicBezTo>
                  <a:pt x="1733044" y="486719"/>
                  <a:pt x="1733044" y="486719"/>
                  <a:pt x="1733044" y="486719"/>
                </a:cubicBezTo>
                <a:cubicBezTo>
                  <a:pt x="2276428" y="899971"/>
                  <a:pt x="2276428" y="899971"/>
                  <a:pt x="2276428" y="899971"/>
                </a:cubicBezTo>
                <a:cubicBezTo>
                  <a:pt x="1718578" y="1333118"/>
                  <a:pt x="1718578" y="1333118"/>
                  <a:pt x="1718578" y="1333118"/>
                </a:cubicBezTo>
                <a:cubicBezTo>
                  <a:pt x="1158920" y="908110"/>
                  <a:pt x="1158920" y="908110"/>
                  <a:pt x="1158920" y="908110"/>
                </a:cubicBezTo>
                <a:cubicBezTo>
                  <a:pt x="1716770" y="474964"/>
                  <a:pt x="1716770" y="474964"/>
                  <a:pt x="1716770" y="474964"/>
                </a:cubicBezTo>
                <a:cubicBezTo>
                  <a:pt x="1732140" y="486719"/>
                  <a:pt x="1732140" y="486719"/>
                  <a:pt x="1732140" y="486719"/>
                </a:cubicBezTo>
                <a:cubicBezTo>
                  <a:pt x="1748415" y="474059"/>
                  <a:pt x="1748415" y="474059"/>
                  <a:pt x="1748415" y="474059"/>
                </a:cubicBezTo>
                <a:cubicBezTo>
                  <a:pt x="1724907" y="455070"/>
                  <a:pt x="1724907" y="455070"/>
                  <a:pt x="1724907" y="455070"/>
                </a:cubicBezTo>
                <a:cubicBezTo>
                  <a:pt x="1724907" y="56286"/>
                  <a:pt x="1724907" y="6438"/>
                  <a:pt x="1724907" y="206"/>
                </a:cubicBezTo>
                <a:close/>
                <a:moveTo>
                  <a:pt x="1606490" y="0"/>
                </a:moveTo>
                <a:lnTo>
                  <a:pt x="1704112" y="0"/>
                </a:lnTo>
                <a:lnTo>
                  <a:pt x="1704112" y="79700"/>
                </a:lnTo>
                <a:cubicBezTo>
                  <a:pt x="1704112" y="455974"/>
                  <a:pt x="1704112" y="455974"/>
                  <a:pt x="1704112" y="455974"/>
                </a:cubicBezTo>
                <a:cubicBezTo>
                  <a:pt x="1149879" y="885503"/>
                  <a:pt x="1149879" y="885503"/>
                  <a:pt x="1149879" y="885503"/>
                </a:cubicBezTo>
                <a:cubicBezTo>
                  <a:pt x="1149879" y="354695"/>
                  <a:pt x="1149879" y="354695"/>
                  <a:pt x="1149879" y="354695"/>
                </a:cubicBezTo>
                <a:cubicBezTo>
                  <a:pt x="1550183" y="43739"/>
                  <a:pt x="1600221" y="4869"/>
                  <a:pt x="1606476" y="11"/>
                </a:cubicBezTo>
                <a:close/>
                <a:moveTo>
                  <a:pt x="696284" y="0"/>
                </a:moveTo>
                <a:lnTo>
                  <a:pt x="1573942" y="0"/>
                </a:lnTo>
                <a:lnTo>
                  <a:pt x="1498270" y="58848"/>
                </a:lnTo>
                <a:cubicBezTo>
                  <a:pt x="1139934" y="337514"/>
                  <a:pt x="1139934" y="337514"/>
                  <a:pt x="1139934" y="337514"/>
                </a:cubicBezTo>
                <a:cubicBezTo>
                  <a:pt x="805631" y="83188"/>
                  <a:pt x="722055" y="19606"/>
                  <a:pt x="701161" y="3711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684000" rIns="756000">
            <a:noAutofit/>
          </a:bodyPr>
          <a:lstStyle>
            <a:lvl1pPr algn="r">
              <a:defRPr i="1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</a:t>
            </a: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1CD6972B-DFC0-49E0-CEDD-F3560A107C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5283201" cy="558800"/>
          </a:xfrm>
        </p:spPr>
        <p:txBody>
          <a:bodyPr>
            <a:normAutofit/>
          </a:bodyPr>
          <a:lstStyle>
            <a:lvl1pPr>
              <a:defRPr sz="12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2141578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1838" y="1381125"/>
            <a:ext cx="8329612" cy="4795838"/>
          </a:xfrm>
        </p:spPr>
        <p:txBody>
          <a:bodyPr lIns="0">
            <a:noAutofit/>
          </a:bodyPr>
          <a:lstStyle>
            <a:lvl1pPr marL="358775" indent="-358775">
              <a:spcBef>
                <a:spcPts val="1800"/>
              </a:spcBef>
              <a:buClr>
                <a:schemeClr val="bg1"/>
              </a:buClr>
              <a:buSzPct val="100000"/>
              <a:buFont typeface="+mj-lt"/>
              <a:buAutoNum type="arabicPeriod"/>
              <a:defRPr>
                <a:solidFill>
                  <a:schemeClr val="bg1"/>
                </a:solidFill>
                <a:latin typeface="+mj-lt"/>
              </a:defRPr>
            </a:lvl1pPr>
            <a:lvl2pPr marL="358775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85063C-DA94-C737-8964-5690FC880710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Sommaire</a:t>
            </a: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24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717F4D1-D2E3-F44D-BEED-845604742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66" r="82853" b="2802"/>
          <a:stretch/>
        </p:blipFill>
        <p:spPr>
          <a:xfrm>
            <a:off x="11647944" y="-1"/>
            <a:ext cx="544056" cy="6858001"/>
          </a:xfrm>
          <a:prstGeom prst="rect">
            <a:avLst/>
          </a:prstGeom>
        </p:spPr>
      </p:pic>
      <p:sp>
        <p:nvSpPr>
          <p:cNvPr id="14" name="Espace réservé de la date 13">
            <a:extLst>
              <a:ext uri="{FF2B5EF4-FFF2-40B4-BE49-F238E27FC236}">
                <a16:creationId xmlns:a16="http://schemas.microsoft.com/office/drawing/2014/main" id="{914C3EDF-84FF-56C5-6EEE-62348DC5A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28/10/2022</a:t>
            </a:r>
            <a:endParaRPr lang="fr-FR" dirty="0"/>
          </a:p>
        </p:txBody>
      </p:sp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CA229E7D-5925-577A-6E99-3E009A5C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  <a:endParaRPr lang="fr-FR" dirty="0"/>
          </a:p>
        </p:txBody>
      </p:sp>
      <p:sp>
        <p:nvSpPr>
          <p:cNvPr id="25" name="Espace réservé du numéro de diapositive 24">
            <a:extLst>
              <a:ext uri="{FF2B5EF4-FFF2-40B4-BE49-F238E27FC236}">
                <a16:creationId xmlns:a16="http://schemas.microsoft.com/office/drawing/2014/main" id="{E0039A2A-B2A3-3003-AC28-98B94837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15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7076" y="1765299"/>
            <a:ext cx="8659812" cy="4148139"/>
          </a:xfrm>
        </p:spPr>
        <p:txBody>
          <a:bodyPr lIns="0" numCol="2" spcCol="360000">
            <a:noAutofit/>
          </a:bodyPr>
          <a:lstStyle>
            <a:lvl1pPr marL="358775" indent="-358775">
              <a:spcBef>
                <a:spcPts val="1800"/>
              </a:spcBef>
              <a:buClr>
                <a:schemeClr val="tx2"/>
              </a:buClr>
              <a:buSzPct val="100000"/>
              <a:buFont typeface="+mj-lt"/>
              <a:buAutoNum type="arabicPeriod"/>
              <a:defRPr>
                <a:solidFill>
                  <a:schemeClr val="tx1"/>
                </a:solidFill>
                <a:latin typeface="+mj-lt"/>
              </a:defRPr>
            </a:lvl1pPr>
            <a:lvl2pPr marL="358775" indent="0">
              <a:buFontTx/>
              <a:buNone/>
              <a:defRPr sz="1400"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85063C-DA94-C737-8964-5690FC880710}"/>
              </a:ext>
            </a:extLst>
          </p:cNvPr>
          <p:cNvSpPr txBox="1"/>
          <p:nvPr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Sommaire </a:t>
            </a:r>
            <a:r>
              <a:rPr lang="fr-FR" sz="1200" dirty="0" smtClean="0">
                <a:solidFill>
                  <a:schemeClr val="bg1">
                    <a:lumMod val="50000"/>
                  </a:schemeClr>
                </a:solidFill>
              </a:rPr>
              <a:t>light sur deux colonnes</a:t>
            </a:r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21E7187-2172-D725-E095-C0FCE93238AE}"/>
              </a:ext>
            </a:extLst>
          </p:cNvPr>
          <p:cNvSpPr txBox="1"/>
          <p:nvPr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:Ce sommaire est sur deux colonnes, pour passer sur une colonne : Clic droit sur la zone de texte + « Format de la forme » / « Options de texte » / « Colonnes » = 1 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076" y="314036"/>
            <a:ext cx="10733087" cy="871827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/>
          <a:p>
            <a:r>
              <a:rPr lang="fr-FR" smtClean="0"/>
              <a:t>Modifiez le style du titre</a:t>
            </a:r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B329AAF-3546-DCEA-619B-466FB9B5443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66" r="82842" b="2802"/>
          <a:stretch/>
        </p:blipFill>
        <p:spPr>
          <a:xfrm>
            <a:off x="11647944" y="0"/>
            <a:ext cx="544056" cy="6858000"/>
          </a:xfrm>
          <a:prstGeom prst="rect">
            <a:avLst/>
          </a:prstGeom>
        </p:spPr>
      </p:pic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AB8B2ECB-EC50-E1E8-3A70-D0DF5B54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28/10/2022</a:t>
            </a:r>
            <a:endParaRPr lang="fr-FR" dirty="0"/>
          </a:p>
        </p:txBody>
      </p:sp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38548604-3796-63A0-C437-28EAB17A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  <a:endParaRPr lang="fr-FR" dirty="0"/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43A448DB-A450-22D2-9A30-CE94EAFD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4312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1900" y="2171700"/>
            <a:ext cx="7688263" cy="2390775"/>
          </a:xfrm>
        </p:spPr>
        <p:txBody>
          <a:bodyPr anchor="b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 de la partie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4702628"/>
            <a:ext cx="7688263" cy="138702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CE5019BD-FEE2-4904-8DD7-C35C97AA3BF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22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de section</a:t>
            </a:r>
          </a:p>
        </p:txBody>
      </p:sp>
      <p:pic>
        <p:nvPicPr>
          <p:cNvPr id="26" name="PATTERN 14">
            <a:extLst>
              <a:ext uri="{FF2B5EF4-FFF2-40B4-BE49-F238E27FC236}">
                <a16:creationId xmlns:a16="http://schemas.microsoft.com/office/drawing/2014/main" id="{A9F2846A-9310-83E8-0175-AEDB4CD521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2" t="81597" r="4284" b="-1066"/>
          <a:stretch/>
        </p:blipFill>
        <p:spPr>
          <a:xfrm>
            <a:off x="0" y="0"/>
            <a:ext cx="12192001" cy="591852"/>
          </a:xfrm>
          <a:prstGeom prst="rect">
            <a:avLst/>
          </a:prstGeom>
        </p:spPr>
      </p:pic>
      <p:grpSp>
        <p:nvGrpSpPr>
          <p:cNvPr id="2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2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605430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2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de section light</a:t>
            </a:r>
          </a:p>
        </p:txBody>
      </p:sp>
      <p:pic>
        <p:nvPicPr>
          <p:cNvPr id="8" name="PATTERN 14">
            <a:extLst>
              <a:ext uri="{FF2B5EF4-FFF2-40B4-BE49-F238E27FC236}">
                <a16:creationId xmlns:a16="http://schemas.microsoft.com/office/drawing/2014/main" id="{2582F57D-4CEF-BB5A-C74F-450386FD8EE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65" t="80145" r="2860" b="-12214"/>
          <a:stretch/>
        </p:blipFill>
        <p:spPr>
          <a:xfrm>
            <a:off x="0" y="0"/>
            <a:ext cx="12192001" cy="974400"/>
          </a:xfrm>
          <a:prstGeom prst="rect">
            <a:avLst/>
          </a:prstGeom>
        </p:spPr>
      </p:pic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4B8F1117-0C05-E4A8-4E70-E7172B08AA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28/10/2022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ABB4C71F-0E19-B583-5B43-59128B9CB24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035A95C-D228-2D25-8FE9-AE69EC8177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8613F5A-9984-C727-F600-CCBEDD5858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1900" y="2171700"/>
            <a:ext cx="7688263" cy="2390775"/>
          </a:xfrm>
        </p:spPr>
        <p:txBody>
          <a:bodyPr anchor="b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Titre de la partie</a:t>
            </a: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E05DBD74-1959-0025-2022-DD6D5BC56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4702628"/>
            <a:ext cx="7688263" cy="138702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BD0683F2-0083-B473-85FA-BF21CA1AA74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22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95646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 Gri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de section Gris</a:t>
            </a:r>
          </a:p>
        </p:txBody>
      </p:sp>
      <p:pic>
        <p:nvPicPr>
          <p:cNvPr id="15" name="PATTERN 14">
            <a:extLst>
              <a:ext uri="{FF2B5EF4-FFF2-40B4-BE49-F238E27FC236}">
                <a16:creationId xmlns:a16="http://schemas.microsoft.com/office/drawing/2014/main" id="{A9F2846A-9310-83E8-0175-AEDB4CD521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2" t="81597" r="4284" b="-1066"/>
          <a:stretch/>
        </p:blipFill>
        <p:spPr>
          <a:xfrm>
            <a:off x="0" y="0"/>
            <a:ext cx="12192001" cy="591852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4805F626-181E-BCC6-1382-C547F81E4E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1900" y="2171700"/>
            <a:ext cx="7688263" cy="2390775"/>
          </a:xfrm>
        </p:spPr>
        <p:txBody>
          <a:bodyPr anchor="b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 de la partie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CF5C4E32-AAC2-242C-F6B9-3F8CFBDB1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4702628"/>
            <a:ext cx="7688263" cy="138702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28AA9B25-BFB9-155C-3383-B48A6E03F6A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22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86025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 Ble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de section Bleu</a:t>
            </a:r>
          </a:p>
        </p:txBody>
      </p:sp>
      <p:pic>
        <p:nvPicPr>
          <p:cNvPr id="14" name="PATTERN 14">
            <a:extLst>
              <a:ext uri="{FF2B5EF4-FFF2-40B4-BE49-F238E27FC236}">
                <a16:creationId xmlns:a16="http://schemas.microsoft.com/office/drawing/2014/main" id="{A9F2846A-9310-83E8-0175-AEDB4CD521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2" t="81597" r="4284" b="-1066"/>
          <a:stretch/>
        </p:blipFill>
        <p:spPr>
          <a:xfrm>
            <a:off x="0" y="0"/>
            <a:ext cx="12192001" cy="591852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1EE20C3D-7EDC-C467-57AB-6011AB94E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1900" y="2171700"/>
            <a:ext cx="7688263" cy="2390775"/>
          </a:xfrm>
        </p:spPr>
        <p:txBody>
          <a:bodyPr anchor="b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 de la partie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7F06A08C-C6D3-6EB1-26CF-BBE33E5D7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4702628"/>
            <a:ext cx="7688263" cy="138702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6FC69820-7AD8-8DE6-6DD2-0BCC3DF92B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22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35319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et contenu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1303A6F-3D61-F6AC-9302-9FE476FEA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8390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 spcCol="36000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et contenu 2 colonnes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90406E3-1995-7E53-4201-E3BFE87A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934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0A0EC86F-304E-3536-3F67-83FB88AE19A8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Deux contenus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F34F4926-6F56-0A25-B372-10732490E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381125"/>
            <a:ext cx="5220000" cy="4532313"/>
          </a:xfrm>
        </p:spPr>
        <p:txBody>
          <a:bodyPr numCol="1" spcCol="36000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F802D6D2-F118-2B59-9C45-1CC10FBBC48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0163" y="1381125"/>
            <a:ext cx="5220000" cy="4532313"/>
          </a:xfrm>
        </p:spPr>
        <p:txBody>
          <a:bodyPr numCol="1" spcCol="36000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0193794-6F65-B456-F1A9-EADC52921C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28/10/2022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C46E9C-9B20-58EA-7754-C9B26EC6B2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DE9E80E-CBBF-3D55-99B3-7F65311E54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3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93B771A-F9FE-5447-E51C-40360A18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0753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271B01-F4E4-B2FD-ADE2-0F5A74232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1350963"/>
            <a:ext cx="5220000" cy="82391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D7597D-BC71-3CA1-38C9-B6FBD6A7F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838" y="2298700"/>
            <a:ext cx="5220000" cy="3890963"/>
          </a:xfrm>
        </p:spPr>
        <p:txBody>
          <a:bodyPr>
            <a:no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5B97958-7FD8-2766-D566-D383863BB3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0163" y="1350963"/>
            <a:ext cx="5220000" cy="82391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642EBB1-652D-E679-13E7-0B6ECA901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163" y="2298700"/>
            <a:ext cx="5220000" cy="3890963"/>
          </a:xfrm>
        </p:spPr>
        <p:txBody>
          <a:bodyPr>
            <a:no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2ADA965-F8EA-5D12-7ED9-A3674AF66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B16C217-F7F2-6EE2-D15A-89EA21D27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7D0E24-8938-8209-D803-6F81B0B4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73701A9-B73D-CA83-ABED-FAE572A2B991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Comparaison</a:t>
            </a:r>
          </a:p>
        </p:txBody>
      </p:sp>
      <p:pic>
        <p:nvPicPr>
          <p:cNvPr id="12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48A9086-96BC-9730-CABD-6DAB6AC20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7373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Fond gri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0A0EC86F-304E-3536-3F67-83FB88AE19A8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Deux contenus Fond gris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F34F4926-6F56-0A25-B372-10732490E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F802D6D2-F118-2B59-9C45-1CC10FBBC48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0163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0193794-6F65-B456-F1A9-EADC52921C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28/10/2022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C46E9C-9B20-58EA-7754-C9B26EC6B2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DE9E80E-CBBF-3D55-99B3-7F65311E54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F77F40-08E8-9301-36C7-9AA7D4B91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6667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rou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0A0EC86F-304E-3536-3F67-83FB88AE19A8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Deux contenus Fond rouge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0193794-6F65-B456-F1A9-EADC52921C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28/10/2022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C46E9C-9B20-58EA-7754-C9B26EC6B2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DE9E80E-CBBF-3D55-99B3-7F65311E54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2D5ECB44-F5B7-CEEC-4B2D-A554A8F1E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E4B43398-30BC-703C-A14C-DC9A429930A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0163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44B12903-F071-BF45-FDEC-76B53C495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6731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 + 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Contenu + visuel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Espace réservé pour une image  28">
            <a:extLst>
              <a:ext uri="{FF2B5EF4-FFF2-40B4-BE49-F238E27FC236}">
                <a16:creationId xmlns:a16="http://schemas.microsoft.com/office/drawing/2014/main" id="{DCB96DEF-5249-666B-576F-70AC92D066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15483" y="0"/>
            <a:ext cx="5957423" cy="6858000"/>
          </a:xfrm>
          <a:custGeom>
            <a:avLst/>
            <a:gdLst>
              <a:gd name="connsiteX0" fmla="*/ 738225 w 5957423"/>
              <a:gd name="connsiteY0" fmla="*/ 6793932 h 6858000"/>
              <a:gd name="connsiteX1" fmla="*/ 814828 w 5957423"/>
              <a:gd name="connsiteY1" fmla="*/ 6852286 h 6858000"/>
              <a:gd name="connsiteX2" fmla="*/ 822329 w 5957423"/>
              <a:gd name="connsiteY2" fmla="*/ 6858000 h 6858000"/>
              <a:gd name="connsiteX3" fmla="*/ 655724 w 5957423"/>
              <a:gd name="connsiteY3" fmla="*/ 6858000 h 6858000"/>
              <a:gd name="connsiteX4" fmla="*/ 656989 w 5957423"/>
              <a:gd name="connsiteY4" fmla="*/ 6857017 h 6858000"/>
              <a:gd name="connsiteX5" fmla="*/ 738225 w 5957423"/>
              <a:gd name="connsiteY5" fmla="*/ 6793932 h 6858000"/>
              <a:gd name="connsiteX6" fmla="*/ 733493 w 5957423"/>
              <a:gd name="connsiteY6" fmla="*/ 6434348 h 6858000"/>
              <a:gd name="connsiteX7" fmla="*/ 733493 w 5957423"/>
              <a:gd name="connsiteY7" fmla="*/ 6780527 h 6858000"/>
              <a:gd name="connsiteX8" fmla="*/ 639637 w 5957423"/>
              <a:gd name="connsiteY8" fmla="*/ 6853075 h 6858000"/>
              <a:gd name="connsiteX9" fmla="*/ 656989 w 5957423"/>
              <a:gd name="connsiteY9" fmla="*/ 6857017 h 6858000"/>
              <a:gd name="connsiteX10" fmla="*/ 638848 w 5957423"/>
              <a:gd name="connsiteY10" fmla="*/ 6853863 h 6858000"/>
              <a:gd name="connsiteX11" fmla="*/ 633515 w 5957423"/>
              <a:gd name="connsiteY11" fmla="*/ 6858000 h 6858000"/>
              <a:gd name="connsiteX12" fmla="*/ 371479 w 5957423"/>
              <a:gd name="connsiteY12" fmla="*/ 6858000 h 6858000"/>
              <a:gd name="connsiteX13" fmla="*/ 371479 w 5957423"/>
              <a:gd name="connsiteY13" fmla="*/ 6799592 h 6858000"/>
              <a:gd name="connsiteX14" fmla="*/ 371479 w 5957423"/>
              <a:gd name="connsiteY14" fmla="*/ 6715076 h 6858000"/>
              <a:gd name="connsiteX15" fmla="*/ 733493 w 5957423"/>
              <a:gd name="connsiteY15" fmla="*/ 6434348 h 6858000"/>
              <a:gd name="connsiteX16" fmla="*/ 1106548 w 5957423"/>
              <a:gd name="connsiteY16" fmla="*/ 5786939 h 6858000"/>
              <a:gd name="connsiteX17" fmla="*/ 1106548 w 5957423"/>
              <a:gd name="connsiteY17" fmla="*/ 6133906 h 6858000"/>
              <a:gd name="connsiteX18" fmla="*/ 1012693 w 5957423"/>
              <a:gd name="connsiteY18" fmla="*/ 6206454 h 6858000"/>
              <a:gd name="connsiteX19" fmla="*/ 744534 w 5957423"/>
              <a:gd name="connsiteY19" fmla="*/ 6413845 h 6858000"/>
              <a:gd name="connsiteX20" fmla="*/ 744534 w 5957423"/>
              <a:gd name="connsiteY20" fmla="*/ 6067667 h 6858000"/>
              <a:gd name="connsiteX21" fmla="*/ 873093 w 5957423"/>
              <a:gd name="connsiteY21" fmla="*/ 5968308 h 6858000"/>
              <a:gd name="connsiteX22" fmla="*/ 1106548 w 5957423"/>
              <a:gd name="connsiteY22" fmla="*/ 5786939 h 6858000"/>
              <a:gd name="connsiteX23" fmla="*/ 1739875 w 5957423"/>
              <a:gd name="connsiteY23" fmla="*/ 5671020 h 6858000"/>
              <a:gd name="connsiteX24" fmla="*/ 1726467 w 5957423"/>
              <a:gd name="connsiteY24" fmla="*/ 5677328 h 6858000"/>
              <a:gd name="connsiteX25" fmla="*/ 1739875 w 5957423"/>
              <a:gd name="connsiteY25" fmla="*/ 5671020 h 6858000"/>
              <a:gd name="connsiteX26" fmla="*/ 1488280 w 5957423"/>
              <a:gd name="connsiteY26" fmla="*/ 5495959 h 6858000"/>
              <a:gd name="connsiteX27" fmla="*/ 1726467 w 5957423"/>
              <a:gd name="connsiteY27" fmla="*/ 5677328 h 6858000"/>
              <a:gd name="connsiteX28" fmla="*/ 1853448 w 5957423"/>
              <a:gd name="connsiteY28" fmla="*/ 5773533 h 6858000"/>
              <a:gd name="connsiteX29" fmla="*/ 1489068 w 5957423"/>
              <a:gd name="connsiteY29" fmla="*/ 6056627 h 6858000"/>
              <a:gd name="connsiteX30" fmla="*/ 1123900 w 5957423"/>
              <a:gd name="connsiteY30" fmla="*/ 5779053 h 6858000"/>
              <a:gd name="connsiteX31" fmla="*/ 1488280 w 5957423"/>
              <a:gd name="connsiteY31" fmla="*/ 5495959 h 6858000"/>
              <a:gd name="connsiteX32" fmla="*/ 359648 w 5957423"/>
              <a:gd name="connsiteY32" fmla="*/ 4847761 h 6858000"/>
              <a:gd name="connsiteX33" fmla="*/ 724817 w 5957423"/>
              <a:gd name="connsiteY33" fmla="*/ 5125335 h 6858000"/>
              <a:gd name="connsiteX34" fmla="*/ 487418 w 5957423"/>
              <a:gd name="connsiteY34" fmla="*/ 5309070 h 6858000"/>
              <a:gd name="connsiteX35" fmla="*/ 493727 w 5957423"/>
              <a:gd name="connsiteY35" fmla="*/ 5320110 h 6858000"/>
              <a:gd name="connsiteX36" fmla="*/ 733493 w 5957423"/>
              <a:gd name="connsiteY36" fmla="*/ 5134798 h 6858000"/>
              <a:gd name="connsiteX37" fmla="*/ 733493 w 5957423"/>
              <a:gd name="connsiteY37" fmla="*/ 5480976 h 6858000"/>
              <a:gd name="connsiteX38" fmla="*/ 633328 w 5957423"/>
              <a:gd name="connsiteY38" fmla="*/ 5558256 h 6858000"/>
              <a:gd name="connsiteX39" fmla="*/ 641215 w 5957423"/>
              <a:gd name="connsiteY39" fmla="*/ 5570873 h 6858000"/>
              <a:gd name="connsiteX40" fmla="*/ 737436 w 5957423"/>
              <a:gd name="connsiteY40" fmla="*/ 5495959 h 6858000"/>
              <a:gd name="connsiteX41" fmla="*/ 1102605 w 5957423"/>
              <a:gd name="connsiteY41" fmla="*/ 5773533 h 6858000"/>
              <a:gd name="connsiteX42" fmla="*/ 866783 w 5957423"/>
              <a:gd name="connsiteY42" fmla="*/ 5956479 h 6858000"/>
              <a:gd name="connsiteX43" fmla="*/ 873093 w 5957423"/>
              <a:gd name="connsiteY43" fmla="*/ 5968308 h 6858000"/>
              <a:gd name="connsiteX44" fmla="*/ 865994 w 5957423"/>
              <a:gd name="connsiteY44" fmla="*/ 5957268 h 6858000"/>
              <a:gd name="connsiteX45" fmla="*/ 738225 w 5957423"/>
              <a:gd name="connsiteY45" fmla="*/ 6056627 h 6858000"/>
              <a:gd name="connsiteX46" fmla="*/ 373056 w 5957423"/>
              <a:gd name="connsiteY46" fmla="*/ 5779053 h 6858000"/>
              <a:gd name="connsiteX47" fmla="*/ 640426 w 5957423"/>
              <a:gd name="connsiteY47" fmla="*/ 5571661 h 6858000"/>
              <a:gd name="connsiteX48" fmla="*/ 633328 w 5957423"/>
              <a:gd name="connsiteY48" fmla="*/ 5559044 h 6858000"/>
              <a:gd name="connsiteX49" fmla="*/ 371479 w 5957423"/>
              <a:gd name="connsiteY49" fmla="*/ 5761705 h 6858000"/>
              <a:gd name="connsiteX50" fmla="*/ 371479 w 5957423"/>
              <a:gd name="connsiteY50" fmla="*/ 5415526 h 6858000"/>
              <a:gd name="connsiteX51" fmla="*/ 493727 w 5957423"/>
              <a:gd name="connsiteY51" fmla="*/ 5320898 h 6858000"/>
              <a:gd name="connsiteX52" fmla="*/ 486629 w 5957423"/>
              <a:gd name="connsiteY52" fmla="*/ 5309070 h 6858000"/>
              <a:gd name="connsiteX53" fmla="*/ 365169 w 5957423"/>
              <a:gd name="connsiteY53" fmla="*/ 5403697 h 6858000"/>
              <a:gd name="connsiteX54" fmla="*/ 0 w 5957423"/>
              <a:gd name="connsiteY54" fmla="*/ 5126124 h 6858000"/>
              <a:gd name="connsiteX55" fmla="*/ 359648 w 5957423"/>
              <a:gd name="connsiteY55" fmla="*/ 4847761 h 6858000"/>
              <a:gd name="connsiteX56" fmla="*/ 1106548 w 5957423"/>
              <a:gd name="connsiteY56" fmla="*/ 4487388 h 6858000"/>
              <a:gd name="connsiteX57" fmla="*/ 1106548 w 5957423"/>
              <a:gd name="connsiteY57" fmla="*/ 4833567 h 6858000"/>
              <a:gd name="connsiteX58" fmla="*/ 1018214 w 5957423"/>
              <a:gd name="connsiteY58" fmla="*/ 4902172 h 6858000"/>
              <a:gd name="connsiteX59" fmla="*/ 1025312 w 5957423"/>
              <a:gd name="connsiteY59" fmla="*/ 4913212 h 6858000"/>
              <a:gd name="connsiteX60" fmla="*/ 1017425 w 5957423"/>
              <a:gd name="connsiteY60" fmla="*/ 4902960 h 6858000"/>
              <a:gd name="connsiteX61" fmla="*/ 744534 w 5957423"/>
              <a:gd name="connsiteY61" fmla="*/ 5114295 h 6858000"/>
              <a:gd name="connsiteX62" fmla="*/ 744534 w 5957423"/>
              <a:gd name="connsiteY62" fmla="*/ 4768116 h 6858000"/>
              <a:gd name="connsiteX63" fmla="*/ 856530 w 5957423"/>
              <a:gd name="connsiteY63" fmla="*/ 4680586 h 6858000"/>
              <a:gd name="connsiteX64" fmla="*/ 849432 w 5957423"/>
              <a:gd name="connsiteY64" fmla="*/ 4670335 h 6858000"/>
              <a:gd name="connsiteX65" fmla="*/ 857319 w 5957423"/>
              <a:gd name="connsiteY65" fmla="*/ 4680586 h 6858000"/>
              <a:gd name="connsiteX66" fmla="*/ 1106548 w 5957423"/>
              <a:gd name="connsiteY66" fmla="*/ 4487388 h 6858000"/>
              <a:gd name="connsiteX67" fmla="*/ 737436 w 5957423"/>
              <a:gd name="connsiteY67" fmla="*/ 4196409 h 6858000"/>
              <a:gd name="connsiteX68" fmla="*/ 1102605 w 5957423"/>
              <a:gd name="connsiteY68" fmla="*/ 4473983 h 6858000"/>
              <a:gd name="connsiteX69" fmla="*/ 849432 w 5957423"/>
              <a:gd name="connsiteY69" fmla="*/ 4670335 h 6858000"/>
              <a:gd name="connsiteX70" fmla="*/ 738225 w 5957423"/>
              <a:gd name="connsiteY70" fmla="*/ 4756288 h 6858000"/>
              <a:gd name="connsiteX71" fmla="*/ 373056 w 5957423"/>
              <a:gd name="connsiteY71" fmla="*/ 4478714 h 6858000"/>
              <a:gd name="connsiteX72" fmla="*/ 737436 w 5957423"/>
              <a:gd name="connsiteY72" fmla="*/ 4196409 h 6858000"/>
              <a:gd name="connsiteX73" fmla="*/ 1115224 w 5957423"/>
              <a:gd name="connsiteY73" fmla="*/ 3544268 h 6858000"/>
              <a:gd name="connsiteX74" fmla="*/ 1125477 w 5957423"/>
              <a:gd name="connsiteY74" fmla="*/ 3552154 h 6858000"/>
              <a:gd name="connsiteX75" fmla="*/ 1480393 w 5957423"/>
              <a:gd name="connsiteY75" fmla="*/ 3821842 h 6858000"/>
              <a:gd name="connsiteX76" fmla="*/ 1116013 w 5957423"/>
              <a:gd name="connsiteY76" fmla="*/ 4104935 h 6858000"/>
              <a:gd name="connsiteX77" fmla="*/ 750844 w 5957423"/>
              <a:gd name="connsiteY77" fmla="*/ 3826573 h 6858000"/>
              <a:gd name="connsiteX78" fmla="*/ 1115224 w 5957423"/>
              <a:gd name="connsiteY78" fmla="*/ 3544268 h 6858000"/>
              <a:gd name="connsiteX79" fmla="*/ 1480393 w 5957423"/>
              <a:gd name="connsiteY79" fmla="*/ 2538851 h 6858000"/>
              <a:gd name="connsiteX80" fmla="*/ 1480393 w 5957423"/>
              <a:gd name="connsiteY80" fmla="*/ 2885030 h 6858000"/>
              <a:gd name="connsiteX81" fmla="*/ 1386537 w 5957423"/>
              <a:gd name="connsiteY81" fmla="*/ 2957578 h 6858000"/>
              <a:gd name="connsiteX82" fmla="*/ 1392847 w 5957423"/>
              <a:gd name="connsiteY82" fmla="*/ 2969406 h 6858000"/>
              <a:gd name="connsiteX83" fmla="*/ 1385748 w 5957423"/>
              <a:gd name="connsiteY83" fmla="*/ 2958366 h 6858000"/>
              <a:gd name="connsiteX84" fmla="*/ 1118379 w 5957423"/>
              <a:gd name="connsiteY84" fmla="*/ 3165758 h 6858000"/>
              <a:gd name="connsiteX85" fmla="*/ 1118379 w 5957423"/>
              <a:gd name="connsiteY85" fmla="*/ 2819579 h 6858000"/>
              <a:gd name="connsiteX86" fmla="*/ 1246148 w 5957423"/>
              <a:gd name="connsiteY86" fmla="*/ 2720221 h 6858000"/>
              <a:gd name="connsiteX87" fmla="*/ 1239839 w 5957423"/>
              <a:gd name="connsiteY87" fmla="*/ 2708392 h 6858000"/>
              <a:gd name="connsiteX88" fmla="*/ 1246937 w 5957423"/>
              <a:gd name="connsiteY88" fmla="*/ 2719432 h 6858000"/>
              <a:gd name="connsiteX89" fmla="*/ 1480393 w 5957423"/>
              <a:gd name="connsiteY89" fmla="*/ 2538851 h 6858000"/>
              <a:gd name="connsiteX90" fmla="*/ 732704 w 5957423"/>
              <a:gd name="connsiteY90" fmla="*/ 1598885 h 6858000"/>
              <a:gd name="connsiteX91" fmla="*/ 1097873 w 5957423"/>
              <a:gd name="connsiteY91" fmla="*/ 1876459 h 6858000"/>
              <a:gd name="connsiteX92" fmla="*/ 860473 w 5957423"/>
              <a:gd name="connsiteY92" fmla="*/ 2060194 h 6858000"/>
              <a:gd name="connsiteX93" fmla="*/ 867572 w 5957423"/>
              <a:gd name="connsiteY93" fmla="*/ 2072022 h 6858000"/>
              <a:gd name="connsiteX94" fmla="*/ 1106548 w 5957423"/>
              <a:gd name="connsiteY94" fmla="*/ 1885922 h 6858000"/>
              <a:gd name="connsiteX95" fmla="*/ 1106548 w 5957423"/>
              <a:gd name="connsiteY95" fmla="*/ 2232889 h 6858000"/>
              <a:gd name="connsiteX96" fmla="*/ 1007172 w 5957423"/>
              <a:gd name="connsiteY96" fmla="*/ 2310168 h 6858000"/>
              <a:gd name="connsiteX97" fmla="*/ 1014270 w 5957423"/>
              <a:gd name="connsiteY97" fmla="*/ 2322785 h 6858000"/>
              <a:gd name="connsiteX98" fmla="*/ 1110492 w 5957423"/>
              <a:gd name="connsiteY98" fmla="*/ 2247872 h 6858000"/>
              <a:gd name="connsiteX99" fmla="*/ 1475660 w 5957423"/>
              <a:gd name="connsiteY99" fmla="*/ 2525446 h 6858000"/>
              <a:gd name="connsiteX100" fmla="*/ 1239839 w 5957423"/>
              <a:gd name="connsiteY100" fmla="*/ 2708392 h 6858000"/>
              <a:gd name="connsiteX101" fmla="*/ 1112069 w 5957423"/>
              <a:gd name="connsiteY101" fmla="*/ 2807751 h 6858000"/>
              <a:gd name="connsiteX102" fmla="*/ 746900 w 5957423"/>
              <a:gd name="connsiteY102" fmla="*/ 2530177 h 6858000"/>
              <a:gd name="connsiteX103" fmla="*/ 1013481 w 5957423"/>
              <a:gd name="connsiteY103" fmla="*/ 2322785 h 6858000"/>
              <a:gd name="connsiteX104" fmla="*/ 1006383 w 5957423"/>
              <a:gd name="connsiteY104" fmla="*/ 2310168 h 6858000"/>
              <a:gd name="connsiteX105" fmla="*/ 744534 w 5957423"/>
              <a:gd name="connsiteY105" fmla="*/ 2513617 h 6858000"/>
              <a:gd name="connsiteX106" fmla="*/ 744534 w 5957423"/>
              <a:gd name="connsiteY106" fmla="*/ 2166650 h 6858000"/>
              <a:gd name="connsiteX107" fmla="*/ 866783 w 5957423"/>
              <a:gd name="connsiteY107" fmla="*/ 2072022 h 6858000"/>
              <a:gd name="connsiteX108" fmla="*/ 860473 w 5957423"/>
              <a:gd name="connsiteY108" fmla="*/ 2060983 h 6858000"/>
              <a:gd name="connsiteX109" fmla="*/ 738225 w 5957423"/>
              <a:gd name="connsiteY109" fmla="*/ 2155610 h 6858000"/>
              <a:gd name="connsiteX110" fmla="*/ 373056 w 5957423"/>
              <a:gd name="connsiteY110" fmla="*/ 1878036 h 6858000"/>
              <a:gd name="connsiteX111" fmla="*/ 732704 w 5957423"/>
              <a:gd name="connsiteY111" fmla="*/ 1598885 h 6858000"/>
              <a:gd name="connsiteX112" fmla="*/ 1480393 w 5957423"/>
              <a:gd name="connsiteY112" fmla="*/ 1238512 h 6858000"/>
              <a:gd name="connsiteX113" fmla="*/ 1480393 w 5957423"/>
              <a:gd name="connsiteY113" fmla="*/ 1585480 h 6858000"/>
              <a:gd name="connsiteX114" fmla="*/ 1391269 w 5957423"/>
              <a:gd name="connsiteY114" fmla="*/ 1654085 h 6858000"/>
              <a:gd name="connsiteX115" fmla="*/ 1399156 w 5957423"/>
              <a:gd name="connsiteY115" fmla="*/ 1664336 h 6858000"/>
              <a:gd name="connsiteX116" fmla="*/ 1483547 w 5957423"/>
              <a:gd name="connsiteY116" fmla="*/ 1598885 h 6858000"/>
              <a:gd name="connsiteX117" fmla="*/ 1848716 w 5957423"/>
              <a:gd name="connsiteY117" fmla="*/ 1876459 h 6858000"/>
              <a:gd name="connsiteX118" fmla="*/ 1658639 w 5957423"/>
              <a:gd name="connsiteY118" fmla="*/ 2023920 h 6858000"/>
              <a:gd name="connsiteX119" fmla="*/ 1489068 w 5957423"/>
              <a:gd name="connsiteY119" fmla="*/ 2155610 h 6858000"/>
              <a:gd name="connsiteX120" fmla="*/ 1123900 w 5957423"/>
              <a:gd name="connsiteY120" fmla="*/ 1878036 h 6858000"/>
              <a:gd name="connsiteX121" fmla="*/ 1398368 w 5957423"/>
              <a:gd name="connsiteY121" fmla="*/ 1665124 h 6858000"/>
              <a:gd name="connsiteX122" fmla="*/ 1390481 w 5957423"/>
              <a:gd name="connsiteY122" fmla="*/ 1654085 h 6858000"/>
              <a:gd name="connsiteX123" fmla="*/ 1118379 w 5957423"/>
              <a:gd name="connsiteY123" fmla="*/ 1865419 h 6858000"/>
              <a:gd name="connsiteX124" fmla="*/ 1118379 w 5957423"/>
              <a:gd name="connsiteY124" fmla="*/ 1519240 h 6858000"/>
              <a:gd name="connsiteX125" fmla="*/ 1230374 w 5957423"/>
              <a:gd name="connsiteY125" fmla="*/ 1432499 h 6858000"/>
              <a:gd name="connsiteX126" fmla="*/ 1480393 w 5957423"/>
              <a:gd name="connsiteY126" fmla="*/ 1238512 h 6858000"/>
              <a:gd name="connsiteX127" fmla="*/ 1110492 w 5957423"/>
              <a:gd name="connsiteY127" fmla="*/ 947533 h 6858000"/>
              <a:gd name="connsiteX128" fmla="*/ 1475660 w 5957423"/>
              <a:gd name="connsiteY128" fmla="*/ 1225107 h 6858000"/>
              <a:gd name="connsiteX129" fmla="*/ 1223276 w 5957423"/>
              <a:gd name="connsiteY129" fmla="*/ 1421459 h 6858000"/>
              <a:gd name="connsiteX130" fmla="*/ 1230374 w 5957423"/>
              <a:gd name="connsiteY130" fmla="*/ 1432499 h 6858000"/>
              <a:gd name="connsiteX131" fmla="*/ 1222487 w 5957423"/>
              <a:gd name="connsiteY131" fmla="*/ 1422247 h 6858000"/>
              <a:gd name="connsiteX132" fmla="*/ 1112069 w 5957423"/>
              <a:gd name="connsiteY132" fmla="*/ 1508201 h 6858000"/>
              <a:gd name="connsiteX133" fmla="*/ 746900 w 5957423"/>
              <a:gd name="connsiteY133" fmla="*/ 1230627 h 6858000"/>
              <a:gd name="connsiteX134" fmla="*/ 1110492 w 5957423"/>
              <a:gd name="connsiteY134" fmla="*/ 947533 h 6858000"/>
              <a:gd name="connsiteX135" fmla="*/ 1488280 w 5957423"/>
              <a:gd name="connsiteY135" fmla="*/ 296181 h 6858000"/>
              <a:gd name="connsiteX136" fmla="*/ 1498533 w 5957423"/>
              <a:gd name="connsiteY136" fmla="*/ 304066 h 6858000"/>
              <a:gd name="connsiteX137" fmla="*/ 1853448 w 5957423"/>
              <a:gd name="connsiteY137" fmla="*/ 573754 h 6858000"/>
              <a:gd name="connsiteX138" fmla="*/ 1489068 w 5957423"/>
              <a:gd name="connsiteY138" fmla="*/ 856060 h 6858000"/>
              <a:gd name="connsiteX139" fmla="*/ 1123900 w 5957423"/>
              <a:gd name="connsiteY139" fmla="*/ 578486 h 6858000"/>
              <a:gd name="connsiteX140" fmla="*/ 1488280 w 5957423"/>
              <a:gd name="connsiteY140" fmla="*/ 296181 h 6858000"/>
              <a:gd name="connsiteX141" fmla="*/ 1493012 w 5957423"/>
              <a:gd name="connsiteY141" fmla="*/ 0 h 6858000"/>
              <a:gd name="connsiteX142" fmla="*/ 5957423 w 5957423"/>
              <a:gd name="connsiteY142" fmla="*/ 0 h 6858000"/>
              <a:gd name="connsiteX143" fmla="*/ 5957423 w 5957423"/>
              <a:gd name="connsiteY143" fmla="*/ 6858000 h 6858000"/>
              <a:gd name="connsiteX144" fmla="*/ 843615 w 5957423"/>
              <a:gd name="connsiteY144" fmla="*/ 6858000 h 6858000"/>
              <a:gd name="connsiteX145" fmla="*/ 810785 w 5957423"/>
              <a:gd name="connsiteY145" fmla="*/ 6833040 h 6858000"/>
              <a:gd name="connsiteX146" fmla="*/ 746900 w 5957423"/>
              <a:gd name="connsiteY146" fmla="*/ 6784470 h 6858000"/>
              <a:gd name="connsiteX147" fmla="*/ 746900 w 5957423"/>
              <a:gd name="connsiteY147" fmla="*/ 6429617 h 6858000"/>
              <a:gd name="connsiteX148" fmla="*/ 1019002 w 5957423"/>
              <a:gd name="connsiteY148" fmla="*/ 6218282 h 6858000"/>
              <a:gd name="connsiteX149" fmla="*/ 1012693 w 5957423"/>
              <a:gd name="connsiteY149" fmla="*/ 6206454 h 6858000"/>
              <a:gd name="connsiteX150" fmla="*/ 1019791 w 5957423"/>
              <a:gd name="connsiteY150" fmla="*/ 6217493 h 6858000"/>
              <a:gd name="connsiteX151" fmla="*/ 1110492 w 5957423"/>
              <a:gd name="connsiteY151" fmla="*/ 6147311 h 6858000"/>
              <a:gd name="connsiteX152" fmla="*/ 1489068 w 5957423"/>
              <a:gd name="connsiteY152" fmla="*/ 6435925 h 6858000"/>
              <a:gd name="connsiteX153" fmla="*/ 1870800 w 5957423"/>
              <a:gd name="connsiteY153" fmla="*/ 6140214 h 6858000"/>
              <a:gd name="connsiteX154" fmla="*/ 1870800 w 5957423"/>
              <a:gd name="connsiteY154" fmla="*/ 6021930 h 6858000"/>
              <a:gd name="connsiteX155" fmla="*/ 1857392 w 5957423"/>
              <a:gd name="connsiteY155" fmla="*/ 6027450 h 6858000"/>
              <a:gd name="connsiteX156" fmla="*/ 1857392 w 5957423"/>
              <a:gd name="connsiteY156" fmla="*/ 6133906 h 6858000"/>
              <a:gd name="connsiteX157" fmla="*/ 1495378 w 5957423"/>
              <a:gd name="connsiteY157" fmla="*/ 6413845 h 6858000"/>
              <a:gd name="connsiteX158" fmla="*/ 1495378 w 5957423"/>
              <a:gd name="connsiteY158" fmla="*/ 6067667 h 6858000"/>
              <a:gd name="connsiteX159" fmla="*/ 1857392 w 5957423"/>
              <a:gd name="connsiteY159" fmla="*/ 5786939 h 6858000"/>
              <a:gd name="connsiteX160" fmla="*/ 1857392 w 5957423"/>
              <a:gd name="connsiteY160" fmla="*/ 6026661 h 6858000"/>
              <a:gd name="connsiteX161" fmla="*/ 1870800 w 5957423"/>
              <a:gd name="connsiteY161" fmla="*/ 6021141 h 6858000"/>
              <a:gd name="connsiteX162" fmla="*/ 1870800 w 5957423"/>
              <a:gd name="connsiteY162" fmla="*/ 5770379 h 6858000"/>
              <a:gd name="connsiteX163" fmla="*/ 1739875 w 5957423"/>
              <a:gd name="connsiteY163" fmla="*/ 5671020 h 6858000"/>
              <a:gd name="connsiteX164" fmla="*/ 1497744 w 5957423"/>
              <a:gd name="connsiteY164" fmla="*/ 5487285 h 6858000"/>
              <a:gd name="connsiteX165" fmla="*/ 1497744 w 5957423"/>
              <a:gd name="connsiteY165" fmla="*/ 5307493 h 6858000"/>
              <a:gd name="connsiteX166" fmla="*/ 1484336 w 5957423"/>
              <a:gd name="connsiteY166" fmla="*/ 5309858 h 6858000"/>
              <a:gd name="connsiteX167" fmla="*/ 1484336 w 5957423"/>
              <a:gd name="connsiteY167" fmla="*/ 5480976 h 6858000"/>
              <a:gd name="connsiteX168" fmla="*/ 1122322 w 5957423"/>
              <a:gd name="connsiteY168" fmla="*/ 5761705 h 6858000"/>
              <a:gd name="connsiteX169" fmla="*/ 1122322 w 5957423"/>
              <a:gd name="connsiteY169" fmla="*/ 5415526 h 6858000"/>
              <a:gd name="connsiteX170" fmla="*/ 1292682 w 5957423"/>
              <a:gd name="connsiteY170" fmla="*/ 5283047 h 6858000"/>
              <a:gd name="connsiteX171" fmla="*/ 1285583 w 5957423"/>
              <a:gd name="connsiteY171" fmla="*/ 5272796 h 6858000"/>
              <a:gd name="connsiteX172" fmla="*/ 1116013 w 5957423"/>
              <a:gd name="connsiteY172" fmla="*/ 5403697 h 6858000"/>
              <a:gd name="connsiteX173" fmla="*/ 750844 w 5957423"/>
              <a:gd name="connsiteY173" fmla="*/ 5126124 h 6858000"/>
              <a:gd name="connsiteX174" fmla="*/ 1025312 w 5957423"/>
              <a:gd name="connsiteY174" fmla="*/ 4913212 h 6858000"/>
              <a:gd name="connsiteX175" fmla="*/ 1110492 w 5957423"/>
              <a:gd name="connsiteY175" fmla="*/ 4847761 h 6858000"/>
              <a:gd name="connsiteX176" fmla="*/ 1475660 w 5957423"/>
              <a:gd name="connsiteY176" fmla="*/ 5125335 h 6858000"/>
              <a:gd name="connsiteX177" fmla="*/ 1285583 w 5957423"/>
              <a:gd name="connsiteY177" fmla="*/ 5272008 h 6858000"/>
              <a:gd name="connsiteX178" fmla="*/ 1293470 w 5957423"/>
              <a:gd name="connsiteY178" fmla="*/ 5283047 h 6858000"/>
              <a:gd name="connsiteX179" fmla="*/ 1484336 w 5957423"/>
              <a:gd name="connsiteY179" fmla="*/ 5134798 h 6858000"/>
              <a:gd name="connsiteX180" fmla="*/ 1484336 w 5957423"/>
              <a:gd name="connsiteY180" fmla="*/ 5309070 h 6858000"/>
              <a:gd name="connsiteX181" fmla="*/ 1497744 w 5957423"/>
              <a:gd name="connsiteY181" fmla="*/ 5306704 h 6858000"/>
              <a:gd name="connsiteX182" fmla="*/ 1497744 w 5957423"/>
              <a:gd name="connsiteY182" fmla="*/ 5129278 h 6858000"/>
              <a:gd name="connsiteX183" fmla="*/ 1513518 w 5957423"/>
              <a:gd name="connsiteY183" fmla="*/ 5116661 h 6858000"/>
              <a:gd name="connsiteX184" fmla="*/ 1513518 w 5957423"/>
              <a:gd name="connsiteY184" fmla="*/ 5100101 h 6858000"/>
              <a:gd name="connsiteX185" fmla="*/ 1495378 w 5957423"/>
              <a:gd name="connsiteY185" fmla="*/ 5114295 h 6858000"/>
              <a:gd name="connsiteX186" fmla="*/ 1495378 w 5957423"/>
              <a:gd name="connsiteY186" fmla="*/ 4768116 h 6858000"/>
              <a:gd name="connsiteX187" fmla="*/ 1513518 w 5957423"/>
              <a:gd name="connsiteY187" fmla="*/ 4753922 h 6858000"/>
              <a:gd name="connsiteX188" fmla="*/ 1513518 w 5957423"/>
              <a:gd name="connsiteY188" fmla="*/ 4737362 h 6858000"/>
              <a:gd name="connsiteX189" fmla="*/ 1489068 w 5957423"/>
              <a:gd name="connsiteY189" fmla="*/ 4756288 h 6858000"/>
              <a:gd name="connsiteX190" fmla="*/ 1123900 w 5957423"/>
              <a:gd name="connsiteY190" fmla="*/ 4478714 h 6858000"/>
              <a:gd name="connsiteX191" fmla="*/ 1488280 w 5957423"/>
              <a:gd name="connsiteY191" fmla="*/ 4196409 h 6858000"/>
              <a:gd name="connsiteX192" fmla="*/ 1853448 w 5957423"/>
              <a:gd name="connsiteY192" fmla="*/ 4473983 h 6858000"/>
              <a:gd name="connsiteX193" fmla="*/ 1514307 w 5957423"/>
              <a:gd name="connsiteY193" fmla="*/ 4737362 h 6858000"/>
              <a:gd name="connsiteX194" fmla="*/ 1514307 w 5957423"/>
              <a:gd name="connsiteY194" fmla="*/ 4753134 h 6858000"/>
              <a:gd name="connsiteX195" fmla="*/ 1857392 w 5957423"/>
              <a:gd name="connsiteY195" fmla="*/ 4487388 h 6858000"/>
              <a:gd name="connsiteX196" fmla="*/ 1857392 w 5957423"/>
              <a:gd name="connsiteY196" fmla="*/ 4833567 h 6858000"/>
              <a:gd name="connsiteX197" fmla="*/ 1514307 w 5957423"/>
              <a:gd name="connsiteY197" fmla="*/ 5100101 h 6858000"/>
              <a:gd name="connsiteX198" fmla="*/ 1514307 w 5957423"/>
              <a:gd name="connsiteY198" fmla="*/ 5116661 h 6858000"/>
              <a:gd name="connsiteX199" fmla="*/ 1870800 w 5957423"/>
              <a:gd name="connsiteY199" fmla="*/ 4839875 h 6858000"/>
              <a:gd name="connsiteX200" fmla="*/ 1870800 w 5957423"/>
              <a:gd name="connsiteY200" fmla="*/ 4470828 h 6858000"/>
              <a:gd name="connsiteX201" fmla="*/ 1497744 w 5957423"/>
              <a:gd name="connsiteY201" fmla="*/ 4186946 h 6858000"/>
              <a:gd name="connsiteX202" fmla="*/ 1497744 w 5957423"/>
              <a:gd name="connsiteY202" fmla="*/ 3839190 h 6858000"/>
              <a:gd name="connsiteX203" fmla="*/ 1484336 w 5957423"/>
              <a:gd name="connsiteY203" fmla="*/ 3849441 h 6858000"/>
              <a:gd name="connsiteX204" fmla="*/ 1484336 w 5957423"/>
              <a:gd name="connsiteY204" fmla="*/ 4182215 h 6858000"/>
              <a:gd name="connsiteX205" fmla="*/ 1122322 w 5957423"/>
              <a:gd name="connsiteY205" fmla="*/ 4462154 h 6858000"/>
              <a:gd name="connsiteX206" fmla="*/ 1122322 w 5957423"/>
              <a:gd name="connsiteY206" fmla="*/ 4115975 h 6858000"/>
              <a:gd name="connsiteX207" fmla="*/ 1484336 w 5957423"/>
              <a:gd name="connsiteY207" fmla="*/ 3835248 h 6858000"/>
              <a:gd name="connsiteX208" fmla="*/ 1484336 w 5957423"/>
              <a:gd name="connsiteY208" fmla="*/ 3848653 h 6858000"/>
              <a:gd name="connsiteX209" fmla="*/ 1497744 w 5957423"/>
              <a:gd name="connsiteY209" fmla="*/ 3838402 h 6858000"/>
              <a:gd name="connsiteX210" fmla="*/ 1497744 w 5957423"/>
              <a:gd name="connsiteY210" fmla="*/ 3818688 h 6858000"/>
              <a:gd name="connsiteX211" fmla="*/ 1136519 w 5957423"/>
              <a:gd name="connsiteY211" fmla="*/ 3544268 h 6858000"/>
              <a:gd name="connsiteX212" fmla="*/ 1125477 w 5957423"/>
              <a:gd name="connsiteY212" fmla="*/ 3552154 h 6858000"/>
              <a:gd name="connsiteX213" fmla="*/ 1135730 w 5957423"/>
              <a:gd name="connsiteY213" fmla="*/ 3543479 h 6858000"/>
              <a:gd name="connsiteX214" fmla="*/ 1119956 w 5957423"/>
              <a:gd name="connsiteY214" fmla="*/ 3531651 h 6858000"/>
              <a:gd name="connsiteX215" fmla="*/ 1119956 w 5957423"/>
              <a:gd name="connsiteY215" fmla="*/ 3519822 h 6858000"/>
              <a:gd name="connsiteX216" fmla="*/ 1106548 w 5957423"/>
              <a:gd name="connsiteY216" fmla="*/ 3519822 h 6858000"/>
              <a:gd name="connsiteX217" fmla="*/ 1106548 w 5957423"/>
              <a:gd name="connsiteY217" fmla="*/ 3532439 h 6858000"/>
              <a:gd name="connsiteX218" fmla="*/ 744534 w 5957423"/>
              <a:gd name="connsiteY218" fmla="*/ 3812379 h 6858000"/>
              <a:gd name="connsiteX219" fmla="*/ 744534 w 5957423"/>
              <a:gd name="connsiteY219" fmla="*/ 3495377 h 6858000"/>
              <a:gd name="connsiteX220" fmla="*/ 744534 w 5957423"/>
              <a:gd name="connsiteY220" fmla="*/ 3466989 h 6858000"/>
              <a:gd name="connsiteX221" fmla="*/ 1106548 w 5957423"/>
              <a:gd name="connsiteY221" fmla="*/ 3186261 h 6858000"/>
              <a:gd name="connsiteX222" fmla="*/ 1106548 w 5957423"/>
              <a:gd name="connsiteY222" fmla="*/ 3500109 h 6858000"/>
              <a:gd name="connsiteX223" fmla="*/ 1106548 w 5957423"/>
              <a:gd name="connsiteY223" fmla="*/ 3519034 h 6858000"/>
              <a:gd name="connsiteX224" fmla="*/ 1119956 w 5957423"/>
              <a:gd name="connsiteY224" fmla="*/ 3519034 h 6858000"/>
              <a:gd name="connsiteX225" fmla="*/ 1119956 w 5957423"/>
              <a:gd name="connsiteY225" fmla="*/ 3180741 h 6858000"/>
              <a:gd name="connsiteX226" fmla="*/ 1392847 w 5957423"/>
              <a:gd name="connsiteY226" fmla="*/ 2969406 h 6858000"/>
              <a:gd name="connsiteX227" fmla="*/ 1483547 w 5957423"/>
              <a:gd name="connsiteY227" fmla="*/ 2899224 h 6858000"/>
              <a:gd name="connsiteX228" fmla="*/ 1862913 w 5957423"/>
              <a:gd name="connsiteY228" fmla="*/ 3187049 h 6858000"/>
              <a:gd name="connsiteX229" fmla="*/ 2243855 w 5957423"/>
              <a:gd name="connsiteY229" fmla="*/ 2891339 h 6858000"/>
              <a:gd name="connsiteX230" fmla="*/ 2243855 w 5957423"/>
              <a:gd name="connsiteY230" fmla="*/ 2773843 h 6858000"/>
              <a:gd name="connsiteX231" fmla="*/ 2231236 w 5957423"/>
              <a:gd name="connsiteY231" fmla="*/ 2779363 h 6858000"/>
              <a:gd name="connsiteX232" fmla="*/ 2231236 w 5957423"/>
              <a:gd name="connsiteY232" fmla="*/ 2885030 h 6858000"/>
              <a:gd name="connsiteX233" fmla="*/ 1869222 w 5957423"/>
              <a:gd name="connsiteY233" fmla="*/ 3165758 h 6858000"/>
              <a:gd name="connsiteX234" fmla="*/ 1869222 w 5957423"/>
              <a:gd name="connsiteY234" fmla="*/ 2819579 h 6858000"/>
              <a:gd name="connsiteX235" fmla="*/ 2231236 w 5957423"/>
              <a:gd name="connsiteY235" fmla="*/ 2538851 h 6858000"/>
              <a:gd name="connsiteX236" fmla="*/ 2231236 w 5957423"/>
              <a:gd name="connsiteY236" fmla="*/ 2778574 h 6858000"/>
              <a:gd name="connsiteX237" fmla="*/ 2243855 w 5957423"/>
              <a:gd name="connsiteY237" fmla="*/ 2773054 h 6858000"/>
              <a:gd name="connsiteX238" fmla="*/ 2243855 w 5957423"/>
              <a:gd name="connsiteY238" fmla="*/ 2522291 h 6858000"/>
              <a:gd name="connsiteX239" fmla="*/ 2113720 w 5957423"/>
              <a:gd name="connsiteY239" fmla="*/ 2422933 h 6858000"/>
              <a:gd name="connsiteX240" fmla="*/ 2100312 w 5957423"/>
              <a:gd name="connsiteY240" fmla="*/ 2429241 h 6858000"/>
              <a:gd name="connsiteX241" fmla="*/ 2226503 w 5957423"/>
              <a:gd name="connsiteY241" fmla="*/ 2525446 h 6858000"/>
              <a:gd name="connsiteX242" fmla="*/ 1862124 w 5957423"/>
              <a:gd name="connsiteY242" fmla="*/ 2807751 h 6858000"/>
              <a:gd name="connsiteX243" fmla="*/ 1496955 w 5957423"/>
              <a:gd name="connsiteY243" fmla="*/ 2530177 h 6858000"/>
              <a:gd name="connsiteX244" fmla="*/ 1861335 w 5957423"/>
              <a:gd name="connsiteY244" fmla="*/ 2247872 h 6858000"/>
              <a:gd name="connsiteX245" fmla="*/ 2099523 w 5957423"/>
              <a:gd name="connsiteY245" fmla="*/ 2428452 h 6858000"/>
              <a:gd name="connsiteX246" fmla="*/ 2112931 w 5957423"/>
              <a:gd name="connsiteY246" fmla="*/ 2422144 h 6858000"/>
              <a:gd name="connsiteX247" fmla="*/ 1870800 w 5957423"/>
              <a:gd name="connsiteY247" fmla="*/ 2238409 h 6858000"/>
              <a:gd name="connsiteX248" fmla="*/ 1870800 w 5957423"/>
              <a:gd name="connsiteY248" fmla="*/ 2059405 h 6858000"/>
              <a:gd name="connsiteX249" fmla="*/ 1857392 w 5957423"/>
              <a:gd name="connsiteY249" fmla="*/ 2060983 h 6858000"/>
              <a:gd name="connsiteX250" fmla="*/ 1857392 w 5957423"/>
              <a:gd name="connsiteY250" fmla="*/ 2232889 h 6858000"/>
              <a:gd name="connsiteX251" fmla="*/ 1496167 w 5957423"/>
              <a:gd name="connsiteY251" fmla="*/ 2513617 h 6858000"/>
              <a:gd name="connsiteX252" fmla="*/ 1496167 w 5957423"/>
              <a:gd name="connsiteY252" fmla="*/ 2166650 h 6858000"/>
              <a:gd name="connsiteX253" fmla="*/ 1666526 w 5957423"/>
              <a:gd name="connsiteY253" fmla="*/ 2034960 h 6858000"/>
              <a:gd name="connsiteX254" fmla="*/ 1658639 w 5957423"/>
              <a:gd name="connsiteY254" fmla="*/ 2023920 h 6858000"/>
              <a:gd name="connsiteX255" fmla="*/ 1666526 w 5957423"/>
              <a:gd name="connsiteY255" fmla="*/ 2034172 h 6858000"/>
              <a:gd name="connsiteX256" fmla="*/ 1857392 w 5957423"/>
              <a:gd name="connsiteY256" fmla="*/ 1885922 h 6858000"/>
              <a:gd name="connsiteX257" fmla="*/ 1857392 w 5957423"/>
              <a:gd name="connsiteY257" fmla="*/ 2060194 h 6858000"/>
              <a:gd name="connsiteX258" fmla="*/ 1870800 w 5957423"/>
              <a:gd name="connsiteY258" fmla="*/ 2058617 h 6858000"/>
              <a:gd name="connsiteX259" fmla="*/ 1870800 w 5957423"/>
              <a:gd name="connsiteY259" fmla="*/ 1881190 h 6858000"/>
              <a:gd name="connsiteX260" fmla="*/ 1886574 w 5957423"/>
              <a:gd name="connsiteY260" fmla="*/ 1868573 h 6858000"/>
              <a:gd name="connsiteX261" fmla="*/ 1886574 w 5957423"/>
              <a:gd name="connsiteY261" fmla="*/ 1852014 h 6858000"/>
              <a:gd name="connsiteX262" fmla="*/ 1869222 w 5957423"/>
              <a:gd name="connsiteY262" fmla="*/ 1865419 h 6858000"/>
              <a:gd name="connsiteX263" fmla="*/ 1869222 w 5957423"/>
              <a:gd name="connsiteY263" fmla="*/ 1519240 h 6858000"/>
              <a:gd name="connsiteX264" fmla="*/ 1886574 w 5957423"/>
              <a:gd name="connsiteY264" fmla="*/ 1505835 h 6858000"/>
              <a:gd name="connsiteX265" fmla="*/ 1886574 w 5957423"/>
              <a:gd name="connsiteY265" fmla="*/ 1489275 h 6858000"/>
              <a:gd name="connsiteX266" fmla="*/ 1862124 w 5957423"/>
              <a:gd name="connsiteY266" fmla="*/ 1508201 h 6858000"/>
              <a:gd name="connsiteX267" fmla="*/ 1496955 w 5957423"/>
              <a:gd name="connsiteY267" fmla="*/ 1230627 h 6858000"/>
              <a:gd name="connsiteX268" fmla="*/ 1861335 w 5957423"/>
              <a:gd name="connsiteY268" fmla="*/ 947533 h 6858000"/>
              <a:gd name="connsiteX269" fmla="*/ 2226503 w 5957423"/>
              <a:gd name="connsiteY269" fmla="*/ 1225107 h 6858000"/>
              <a:gd name="connsiteX270" fmla="*/ 1887362 w 5957423"/>
              <a:gd name="connsiteY270" fmla="*/ 1488487 h 6858000"/>
              <a:gd name="connsiteX271" fmla="*/ 1887362 w 5957423"/>
              <a:gd name="connsiteY271" fmla="*/ 1505046 h 6858000"/>
              <a:gd name="connsiteX272" fmla="*/ 2231236 w 5957423"/>
              <a:gd name="connsiteY272" fmla="*/ 1238512 h 6858000"/>
              <a:gd name="connsiteX273" fmla="*/ 2231236 w 5957423"/>
              <a:gd name="connsiteY273" fmla="*/ 1585480 h 6858000"/>
              <a:gd name="connsiteX274" fmla="*/ 1887362 w 5957423"/>
              <a:gd name="connsiteY274" fmla="*/ 1851225 h 6858000"/>
              <a:gd name="connsiteX275" fmla="*/ 1887362 w 5957423"/>
              <a:gd name="connsiteY275" fmla="*/ 1867785 h 6858000"/>
              <a:gd name="connsiteX276" fmla="*/ 2243855 w 5957423"/>
              <a:gd name="connsiteY276" fmla="*/ 1591788 h 6858000"/>
              <a:gd name="connsiteX277" fmla="*/ 2243855 w 5957423"/>
              <a:gd name="connsiteY277" fmla="*/ 1221952 h 6858000"/>
              <a:gd name="connsiteX278" fmla="*/ 1870800 w 5957423"/>
              <a:gd name="connsiteY278" fmla="*/ 938859 h 6858000"/>
              <a:gd name="connsiteX279" fmla="*/ 1870800 w 5957423"/>
              <a:gd name="connsiteY279" fmla="*/ 590314 h 6858000"/>
              <a:gd name="connsiteX280" fmla="*/ 1857392 w 5957423"/>
              <a:gd name="connsiteY280" fmla="*/ 600566 h 6858000"/>
              <a:gd name="connsiteX281" fmla="*/ 1857392 w 5957423"/>
              <a:gd name="connsiteY281" fmla="*/ 933339 h 6858000"/>
              <a:gd name="connsiteX282" fmla="*/ 1496167 w 5957423"/>
              <a:gd name="connsiteY282" fmla="*/ 1214067 h 6858000"/>
              <a:gd name="connsiteX283" fmla="*/ 1496167 w 5957423"/>
              <a:gd name="connsiteY283" fmla="*/ 867888 h 6858000"/>
              <a:gd name="connsiteX284" fmla="*/ 1857392 w 5957423"/>
              <a:gd name="connsiteY284" fmla="*/ 587160 h 6858000"/>
              <a:gd name="connsiteX285" fmla="*/ 1857392 w 5957423"/>
              <a:gd name="connsiteY285" fmla="*/ 599777 h 6858000"/>
              <a:gd name="connsiteX286" fmla="*/ 1870800 w 5957423"/>
              <a:gd name="connsiteY286" fmla="*/ 589526 h 6858000"/>
              <a:gd name="connsiteX287" fmla="*/ 1870800 w 5957423"/>
              <a:gd name="connsiteY287" fmla="*/ 570600 h 6858000"/>
              <a:gd name="connsiteX288" fmla="*/ 1509574 w 5957423"/>
              <a:gd name="connsiteY288" fmla="*/ 295392 h 6858000"/>
              <a:gd name="connsiteX289" fmla="*/ 1498533 w 5957423"/>
              <a:gd name="connsiteY289" fmla="*/ 304066 h 6858000"/>
              <a:gd name="connsiteX290" fmla="*/ 1508786 w 5957423"/>
              <a:gd name="connsiteY290" fmla="*/ 295392 h 6858000"/>
              <a:gd name="connsiteX291" fmla="*/ 1493012 w 5957423"/>
              <a:gd name="connsiteY291" fmla="*/ 283564 h 6858000"/>
              <a:gd name="connsiteX292" fmla="*/ 1493012 w 5957423"/>
              <a:gd name="connsiteY292" fmla="*/ 1953 h 6858000"/>
              <a:gd name="connsiteX293" fmla="*/ 1398859 w 5957423"/>
              <a:gd name="connsiteY293" fmla="*/ 0 h 6858000"/>
              <a:gd name="connsiteX294" fmla="*/ 1480393 w 5957423"/>
              <a:gd name="connsiteY294" fmla="*/ 0 h 6858000"/>
              <a:gd name="connsiteX295" fmla="*/ 1480393 w 5957423"/>
              <a:gd name="connsiteY295" fmla="*/ 84404 h 6858000"/>
              <a:gd name="connsiteX296" fmla="*/ 1480393 w 5957423"/>
              <a:gd name="connsiteY296" fmla="*/ 283564 h 6858000"/>
              <a:gd name="connsiteX297" fmla="*/ 1118379 w 5957423"/>
              <a:gd name="connsiteY297" fmla="*/ 564292 h 6858000"/>
              <a:gd name="connsiteX298" fmla="*/ 1118379 w 5957423"/>
              <a:gd name="connsiteY298" fmla="*/ 218113 h 6858000"/>
              <a:gd name="connsiteX299" fmla="*/ 1379242 w 5957423"/>
              <a:gd name="connsiteY299" fmla="*/ 15255 h 6858000"/>
              <a:gd name="connsiteX300" fmla="*/ 840168 w 5957423"/>
              <a:gd name="connsiteY300" fmla="*/ 0 h 6858000"/>
              <a:gd name="connsiteX301" fmla="*/ 1377550 w 5957423"/>
              <a:gd name="connsiteY301" fmla="*/ 0 h 6858000"/>
              <a:gd name="connsiteX302" fmla="*/ 1301753 w 5957423"/>
              <a:gd name="connsiteY302" fmla="*/ 58896 h 6858000"/>
              <a:gd name="connsiteX303" fmla="*/ 1112069 w 5957423"/>
              <a:gd name="connsiteY303" fmla="*/ 206284 h 6858000"/>
              <a:gd name="connsiteX304" fmla="*/ 857417 w 5957423"/>
              <a:gd name="connsiteY304" fmla="*/ 1308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</a:cxnLst>
            <a:rect l="l" t="t" r="r" b="b"/>
            <a:pathLst>
              <a:path w="5957423" h="6858000">
                <a:moveTo>
                  <a:pt x="738225" y="6793932"/>
                </a:moveTo>
                <a:cubicBezTo>
                  <a:pt x="771350" y="6819166"/>
                  <a:pt x="796195" y="6838092"/>
                  <a:pt x="814828" y="6852286"/>
                </a:cubicBezTo>
                <a:lnTo>
                  <a:pt x="822329" y="6858000"/>
                </a:lnTo>
                <a:lnTo>
                  <a:pt x="655724" y="6858000"/>
                </a:lnTo>
                <a:lnTo>
                  <a:pt x="656989" y="6857017"/>
                </a:lnTo>
                <a:cubicBezTo>
                  <a:pt x="738225" y="6793932"/>
                  <a:pt x="738225" y="6793932"/>
                  <a:pt x="738225" y="6793932"/>
                </a:cubicBezTo>
                <a:close/>
                <a:moveTo>
                  <a:pt x="733493" y="6434348"/>
                </a:moveTo>
                <a:cubicBezTo>
                  <a:pt x="733493" y="6780527"/>
                  <a:pt x="733493" y="6780527"/>
                  <a:pt x="733493" y="6780527"/>
                </a:cubicBezTo>
                <a:cubicBezTo>
                  <a:pt x="639637" y="6853075"/>
                  <a:pt x="639637" y="6853075"/>
                  <a:pt x="639637" y="6853075"/>
                </a:cubicBezTo>
                <a:cubicBezTo>
                  <a:pt x="645158" y="6854652"/>
                  <a:pt x="650679" y="6855440"/>
                  <a:pt x="656989" y="6857017"/>
                </a:cubicBezTo>
                <a:cubicBezTo>
                  <a:pt x="650679" y="6856229"/>
                  <a:pt x="644369" y="6854652"/>
                  <a:pt x="638848" y="6853863"/>
                </a:cubicBezTo>
                <a:lnTo>
                  <a:pt x="633515" y="6858000"/>
                </a:lnTo>
                <a:lnTo>
                  <a:pt x="371479" y="6858000"/>
                </a:lnTo>
                <a:lnTo>
                  <a:pt x="371479" y="6799592"/>
                </a:lnTo>
                <a:cubicBezTo>
                  <a:pt x="371479" y="6715076"/>
                  <a:pt x="371479" y="6715076"/>
                  <a:pt x="371479" y="6715076"/>
                </a:cubicBezTo>
                <a:cubicBezTo>
                  <a:pt x="733493" y="6434348"/>
                  <a:pt x="733493" y="6434348"/>
                  <a:pt x="733493" y="6434348"/>
                </a:cubicBezTo>
                <a:close/>
                <a:moveTo>
                  <a:pt x="1106548" y="5786939"/>
                </a:moveTo>
                <a:cubicBezTo>
                  <a:pt x="1106548" y="6133906"/>
                  <a:pt x="1106548" y="6133906"/>
                  <a:pt x="1106548" y="6133906"/>
                </a:cubicBezTo>
                <a:cubicBezTo>
                  <a:pt x="1012693" y="6206454"/>
                  <a:pt x="1012693" y="6206454"/>
                  <a:pt x="1012693" y="6206454"/>
                </a:cubicBezTo>
                <a:cubicBezTo>
                  <a:pt x="744534" y="6413845"/>
                  <a:pt x="744534" y="6413845"/>
                  <a:pt x="744534" y="6413845"/>
                </a:cubicBezTo>
                <a:cubicBezTo>
                  <a:pt x="744534" y="6067667"/>
                  <a:pt x="744534" y="6067667"/>
                  <a:pt x="744534" y="6067667"/>
                </a:cubicBezTo>
                <a:cubicBezTo>
                  <a:pt x="873093" y="5968308"/>
                  <a:pt x="873093" y="5968308"/>
                  <a:pt x="873093" y="5968308"/>
                </a:cubicBezTo>
                <a:cubicBezTo>
                  <a:pt x="1106548" y="5786939"/>
                  <a:pt x="1106548" y="5786939"/>
                  <a:pt x="1106548" y="5786939"/>
                </a:cubicBezTo>
                <a:close/>
                <a:moveTo>
                  <a:pt x="1739875" y="5671020"/>
                </a:moveTo>
                <a:cubicBezTo>
                  <a:pt x="1726467" y="5677328"/>
                  <a:pt x="1726467" y="5677328"/>
                  <a:pt x="1726467" y="5677328"/>
                </a:cubicBezTo>
                <a:cubicBezTo>
                  <a:pt x="1739875" y="5671020"/>
                  <a:pt x="1739875" y="5671020"/>
                  <a:pt x="1739875" y="5671020"/>
                </a:cubicBezTo>
                <a:close/>
                <a:moveTo>
                  <a:pt x="1488280" y="5495959"/>
                </a:moveTo>
                <a:cubicBezTo>
                  <a:pt x="1726467" y="5677328"/>
                  <a:pt x="1726467" y="5677328"/>
                  <a:pt x="1726467" y="5677328"/>
                </a:cubicBezTo>
                <a:cubicBezTo>
                  <a:pt x="1853448" y="5773533"/>
                  <a:pt x="1853448" y="5773533"/>
                  <a:pt x="1853448" y="5773533"/>
                </a:cubicBezTo>
                <a:cubicBezTo>
                  <a:pt x="1489068" y="6056627"/>
                  <a:pt x="1489068" y="6056627"/>
                  <a:pt x="1489068" y="6056627"/>
                </a:cubicBezTo>
                <a:cubicBezTo>
                  <a:pt x="1123900" y="5779053"/>
                  <a:pt x="1123900" y="5779053"/>
                  <a:pt x="1123900" y="5779053"/>
                </a:cubicBezTo>
                <a:cubicBezTo>
                  <a:pt x="1488280" y="5495959"/>
                  <a:pt x="1488280" y="5495959"/>
                  <a:pt x="1488280" y="5495959"/>
                </a:cubicBezTo>
                <a:close/>
                <a:moveTo>
                  <a:pt x="359648" y="4847761"/>
                </a:moveTo>
                <a:cubicBezTo>
                  <a:pt x="724817" y="5125335"/>
                  <a:pt x="724817" y="5125335"/>
                  <a:pt x="724817" y="5125335"/>
                </a:cubicBezTo>
                <a:cubicBezTo>
                  <a:pt x="487418" y="5309070"/>
                  <a:pt x="487418" y="5309070"/>
                  <a:pt x="487418" y="5309070"/>
                </a:cubicBezTo>
                <a:cubicBezTo>
                  <a:pt x="493727" y="5320110"/>
                  <a:pt x="493727" y="5320110"/>
                  <a:pt x="493727" y="5320110"/>
                </a:cubicBezTo>
                <a:cubicBezTo>
                  <a:pt x="733493" y="5134798"/>
                  <a:pt x="733493" y="5134798"/>
                  <a:pt x="733493" y="5134798"/>
                </a:cubicBezTo>
                <a:cubicBezTo>
                  <a:pt x="733493" y="5480976"/>
                  <a:pt x="733493" y="5480976"/>
                  <a:pt x="733493" y="5480976"/>
                </a:cubicBezTo>
                <a:cubicBezTo>
                  <a:pt x="633328" y="5558256"/>
                  <a:pt x="633328" y="5558256"/>
                  <a:pt x="633328" y="5558256"/>
                </a:cubicBezTo>
                <a:cubicBezTo>
                  <a:pt x="641215" y="5570873"/>
                  <a:pt x="641215" y="5570873"/>
                  <a:pt x="641215" y="5570873"/>
                </a:cubicBezTo>
                <a:cubicBezTo>
                  <a:pt x="737436" y="5495959"/>
                  <a:pt x="737436" y="5495959"/>
                  <a:pt x="737436" y="5495959"/>
                </a:cubicBezTo>
                <a:cubicBezTo>
                  <a:pt x="1102605" y="5773533"/>
                  <a:pt x="1102605" y="5773533"/>
                  <a:pt x="1102605" y="5773533"/>
                </a:cubicBezTo>
                <a:cubicBezTo>
                  <a:pt x="866783" y="5956479"/>
                  <a:pt x="866783" y="5956479"/>
                  <a:pt x="866783" y="5956479"/>
                </a:cubicBezTo>
                <a:cubicBezTo>
                  <a:pt x="873093" y="5968308"/>
                  <a:pt x="873093" y="5968308"/>
                  <a:pt x="873093" y="5968308"/>
                </a:cubicBezTo>
                <a:cubicBezTo>
                  <a:pt x="865994" y="5957268"/>
                  <a:pt x="865994" y="5957268"/>
                  <a:pt x="865994" y="5957268"/>
                </a:cubicBezTo>
                <a:cubicBezTo>
                  <a:pt x="738225" y="6056627"/>
                  <a:pt x="738225" y="6056627"/>
                  <a:pt x="738225" y="6056627"/>
                </a:cubicBezTo>
                <a:cubicBezTo>
                  <a:pt x="373056" y="5779053"/>
                  <a:pt x="373056" y="5779053"/>
                  <a:pt x="373056" y="5779053"/>
                </a:cubicBezTo>
                <a:cubicBezTo>
                  <a:pt x="640426" y="5571661"/>
                  <a:pt x="640426" y="5571661"/>
                  <a:pt x="640426" y="5571661"/>
                </a:cubicBezTo>
                <a:cubicBezTo>
                  <a:pt x="633328" y="5559044"/>
                  <a:pt x="633328" y="5559044"/>
                  <a:pt x="633328" y="5559044"/>
                </a:cubicBezTo>
                <a:cubicBezTo>
                  <a:pt x="371479" y="5761705"/>
                  <a:pt x="371479" y="5761705"/>
                  <a:pt x="371479" y="5761705"/>
                </a:cubicBezTo>
                <a:cubicBezTo>
                  <a:pt x="371479" y="5415526"/>
                  <a:pt x="371479" y="5415526"/>
                  <a:pt x="371479" y="5415526"/>
                </a:cubicBezTo>
                <a:cubicBezTo>
                  <a:pt x="493727" y="5320898"/>
                  <a:pt x="493727" y="5320898"/>
                  <a:pt x="493727" y="5320898"/>
                </a:cubicBezTo>
                <a:cubicBezTo>
                  <a:pt x="486629" y="5309070"/>
                  <a:pt x="486629" y="5309070"/>
                  <a:pt x="486629" y="5309070"/>
                </a:cubicBezTo>
                <a:cubicBezTo>
                  <a:pt x="365169" y="5403697"/>
                  <a:pt x="365169" y="5403697"/>
                  <a:pt x="365169" y="5403697"/>
                </a:cubicBezTo>
                <a:cubicBezTo>
                  <a:pt x="0" y="5126124"/>
                  <a:pt x="0" y="5126124"/>
                  <a:pt x="0" y="5126124"/>
                </a:cubicBezTo>
                <a:cubicBezTo>
                  <a:pt x="359648" y="4847761"/>
                  <a:pt x="359648" y="4847761"/>
                  <a:pt x="359648" y="4847761"/>
                </a:cubicBezTo>
                <a:close/>
                <a:moveTo>
                  <a:pt x="1106548" y="4487388"/>
                </a:moveTo>
                <a:cubicBezTo>
                  <a:pt x="1106548" y="4833567"/>
                  <a:pt x="1106548" y="4833567"/>
                  <a:pt x="1106548" y="4833567"/>
                </a:cubicBezTo>
                <a:cubicBezTo>
                  <a:pt x="1018214" y="4902172"/>
                  <a:pt x="1018214" y="4902172"/>
                  <a:pt x="1018214" y="4902172"/>
                </a:cubicBezTo>
                <a:cubicBezTo>
                  <a:pt x="1025312" y="4913212"/>
                  <a:pt x="1025312" y="4913212"/>
                  <a:pt x="1025312" y="4913212"/>
                </a:cubicBezTo>
                <a:cubicBezTo>
                  <a:pt x="1017425" y="4902960"/>
                  <a:pt x="1017425" y="4902960"/>
                  <a:pt x="1017425" y="4902960"/>
                </a:cubicBezTo>
                <a:cubicBezTo>
                  <a:pt x="744534" y="5114295"/>
                  <a:pt x="744534" y="5114295"/>
                  <a:pt x="744534" y="5114295"/>
                </a:cubicBezTo>
                <a:cubicBezTo>
                  <a:pt x="744534" y="4768116"/>
                  <a:pt x="744534" y="4768116"/>
                  <a:pt x="744534" y="4768116"/>
                </a:cubicBezTo>
                <a:cubicBezTo>
                  <a:pt x="856530" y="4680586"/>
                  <a:pt x="856530" y="4680586"/>
                  <a:pt x="856530" y="4680586"/>
                </a:cubicBezTo>
                <a:cubicBezTo>
                  <a:pt x="849432" y="4670335"/>
                  <a:pt x="849432" y="4670335"/>
                  <a:pt x="849432" y="4670335"/>
                </a:cubicBezTo>
                <a:cubicBezTo>
                  <a:pt x="857319" y="4680586"/>
                  <a:pt x="857319" y="4680586"/>
                  <a:pt x="857319" y="4680586"/>
                </a:cubicBezTo>
                <a:cubicBezTo>
                  <a:pt x="1106548" y="4487388"/>
                  <a:pt x="1106548" y="4487388"/>
                  <a:pt x="1106548" y="4487388"/>
                </a:cubicBezTo>
                <a:close/>
                <a:moveTo>
                  <a:pt x="737436" y="4196409"/>
                </a:moveTo>
                <a:cubicBezTo>
                  <a:pt x="1102605" y="4473983"/>
                  <a:pt x="1102605" y="4473983"/>
                  <a:pt x="1102605" y="4473983"/>
                </a:cubicBezTo>
                <a:cubicBezTo>
                  <a:pt x="849432" y="4670335"/>
                  <a:pt x="849432" y="4670335"/>
                  <a:pt x="849432" y="4670335"/>
                </a:cubicBezTo>
                <a:cubicBezTo>
                  <a:pt x="738225" y="4756288"/>
                  <a:pt x="738225" y="4756288"/>
                  <a:pt x="738225" y="4756288"/>
                </a:cubicBezTo>
                <a:cubicBezTo>
                  <a:pt x="373056" y="4478714"/>
                  <a:pt x="373056" y="4478714"/>
                  <a:pt x="373056" y="4478714"/>
                </a:cubicBezTo>
                <a:cubicBezTo>
                  <a:pt x="737436" y="4196409"/>
                  <a:pt x="737436" y="4196409"/>
                  <a:pt x="737436" y="4196409"/>
                </a:cubicBezTo>
                <a:close/>
                <a:moveTo>
                  <a:pt x="1115224" y="3544268"/>
                </a:moveTo>
                <a:cubicBezTo>
                  <a:pt x="1125477" y="3552154"/>
                  <a:pt x="1125477" y="3552154"/>
                  <a:pt x="1125477" y="3552154"/>
                </a:cubicBezTo>
                <a:cubicBezTo>
                  <a:pt x="1480393" y="3821842"/>
                  <a:pt x="1480393" y="3821842"/>
                  <a:pt x="1480393" y="3821842"/>
                </a:cubicBezTo>
                <a:cubicBezTo>
                  <a:pt x="1116013" y="4104935"/>
                  <a:pt x="1116013" y="4104935"/>
                  <a:pt x="1116013" y="4104935"/>
                </a:cubicBezTo>
                <a:cubicBezTo>
                  <a:pt x="750844" y="3826573"/>
                  <a:pt x="750844" y="3826573"/>
                  <a:pt x="750844" y="3826573"/>
                </a:cubicBezTo>
                <a:cubicBezTo>
                  <a:pt x="1115224" y="3544268"/>
                  <a:pt x="1115224" y="3544268"/>
                  <a:pt x="1115224" y="3544268"/>
                </a:cubicBezTo>
                <a:close/>
                <a:moveTo>
                  <a:pt x="1480393" y="2538851"/>
                </a:moveTo>
                <a:cubicBezTo>
                  <a:pt x="1480393" y="2885030"/>
                  <a:pt x="1480393" y="2885030"/>
                  <a:pt x="1480393" y="2885030"/>
                </a:cubicBezTo>
                <a:cubicBezTo>
                  <a:pt x="1386537" y="2957578"/>
                  <a:pt x="1386537" y="2957578"/>
                  <a:pt x="1386537" y="2957578"/>
                </a:cubicBezTo>
                <a:cubicBezTo>
                  <a:pt x="1392847" y="2969406"/>
                  <a:pt x="1392847" y="2969406"/>
                  <a:pt x="1392847" y="2969406"/>
                </a:cubicBezTo>
                <a:cubicBezTo>
                  <a:pt x="1385748" y="2958366"/>
                  <a:pt x="1385748" y="2958366"/>
                  <a:pt x="1385748" y="2958366"/>
                </a:cubicBezTo>
                <a:cubicBezTo>
                  <a:pt x="1118379" y="3165758"/>
                  <a:pt x="1118379" y="3165758"/>
                  <a:pt x="1118379" y="3165758"/>
                </a:cubicBezTo>
                <a:cubicBezTo>
                  <a:pt x="1118379" y="2819579"/>
                  <a:pt x="1118379" y="2819579"/>
                  <a:pt x="1118379" y="2819579"/>
                </a:cubicBezTo>
                <a:cubicBezTo>
                  <a:pt x="1246148" y="2720221"/>
                  <a:pt x="1246148" y="2720221"/>
                  <a:pt x="1246148" y="2720221"/>
                </a:cubicBezTo>
                <a:cubicBezTo>
                  <a:pt x="1239839" y="2708392"/>
                  <a:pt x="1239839" y="2708392"/>
                  <a:pt x="1239839" y="2708392"/>
                </a:cubicBezTo>
                <a:cubicBezTo>
                  <a:pt x="1246937" y="2719432"/>
                  <a:pt x="1246937" y="2719432"/>
                  <a:pt x="1246937" y="2719432"/>
                </a:cubicBezTo>
                <a:cubicBezTo>
                  <a:pt x="1480393" y="2538851"/>
                  <a:pt x="1480393" y="2538851"/>
                  <a:pt x="1480393" y="2538851"/>
                </a:cubicBezTo>
                <a:close/>
                <a:moveTo>
                  <a:pt x="732704" y="1598885"/>
                </a:moveTo>
                <a:cubicBezTo>
                  <a:pt x="1097873" y="1876459"/>
                  <a:pt x="1097873" y="1876459"/>
                  <a:pt x="1097873" y="1876459"/>
                </a:cubicBezTo>
                <a:cubicBezTo>
                  <a:pt x="860473" y="2060194"/>
                  <a:pt x="860473" y="2060194"/>
                  <a:pt x="860473" y="2060194"/>
                </a:cubicBezTo>
                <a:cubicBezTo>
                  <a:pt x="867572" y="2072022"/>
                  <a:pt x="867572" y="2072022"/>
                  <a:pt x="867572" y="2072022"/>
                </a:cubicBezTo>
                <a:cubicBezTo>
                  <a:pt x="1106548" y="1885922"/>
                  <a:pt x="1106548" y="1885922"/>
                  <a:pt x="1106548" y="1885922"/>
                </a:cubicBezTo>
                <a:cubicBezTo>
                  <a:pt x="1106548" y="2232889"/>
                  <a:pt x="1106548" y="2232889"/>
                  <a:pt x="1106548" y="2232889"/>
                </a:cubicBezTo>
                <a:cubicBezTo>
                  <a:pt x="1007172" y="2310168"/>
                  <a:pt x="1007172" y="2310168"/>
                  <a:pt x="1007172" y="2310168"/>
                </a:cubicBezTo>
                <a:cubicBezTo>
                  <a:pt x="1014270" y="2322785"/>
                  <a:pt x="1014270" y="2322785"/>
                  <a:pt x="1014270" y="2322785"/>
                </a:cubicBezTo>
                <a:cubicBezTo>
                  <a:pt x="1110492" y="2247872"/>
                  <a:pt x="1110492" y="2247872"/>
                  <a:pt x="1110492" y="2247872"/>
                </a:cubicBezTo>
                <a:cubicBezTo>
                  <a:pt x="1475660" y="2525446"/>
                  <a:pt x="1475660" y="2525446"/>
                  <a:pt x="1475660" y="2525446"/>
                </a:cubicBezTo>
                <a:cubicBezTo>
                  <a:pt x="1239839" y="2708392"/>
                  <a:pt x="1239839" y="2708392"/>
                  <a:pt x="1239839" y="2708392"/>
                </a:cubicBezTo>
                <a:cubicBezTo>
                  <a:pt x="1112069" y="2807751"/>
                  <a:pt x="1112069" y="2807751"/>
                  <a:pt x="1112069" y="2807751"/>
                </a:cubicBezTo>
                <a:cubicBezTo>
                  <a:pt x="746900" y="2530177"/>
                  <a:pt x="746900" y="2530177"/>
                  <a:pt x="746900" y="2530177"/>
                </a:cubicBezTo>
                <a:cubicBezTo>
                  <a:pt x="1013481" y="2322785"/>
                  <a:pt x="1013481" y="2322785"/>
                  <a:pt x="1013481" y="2322785"/>
                </a:cubicBezTo>
                <a:cubicBezTo>
                  <a:pt x="1006383" y="2310168"/>
                  <a:pt x="1006383" y="2310168"/>
                  <a:pt x="1006383" y="2310168"/>
                </a:cubicBezTo>
                <a:cubicBezTo>
                  <a:pt x="744534" y="2513617"/>
                  <a:pt x="744534" y="2513617"/>
                  <a:pt x="744534" y="2513617"/>
                </a:cubicBezTo>
                <a:cubicBezTo>
                  <a:pt x="744534" y="2166650"/>
                  <a:pt x="744534" y="2166650"/>
                  <a:pt x="744534" y="2166650"/>
                </a:cubicBezTo>
                <a:cubicBezTo>
                  <a:pt x="866783" y="2072022"/>
                  <a:pt x="866783" y="2072022"/>
                  <a:pt x="866783" y="2072022"/>
                </a:cubicBezTo>
                <a:cubicBezTo>
                  <a:pt x="860473" y="2060983"/>
                  <a:pt x="860473" y="2060983"/>
                  <a:pt x="860473" y="2060983"/>
                </a:cubicBezTo>
                <a:cubicBezTo>
                  <a:pt x="738225" y="2155610"/>
                  <a:pt x="738225" y="2155610"/>
                  <a:pt x="738225" y="2155610"/>
                </a:cubicBezTo>
                <a:cubicBezTo>
                  <a:pt x="373056" y="1878036"/>
                  <a:pt x="373056" y="1878036"/>
                  <a:pt x="373056" y="1878036"/>
                </a:cubicBezTo>
                <a:cubicBezTo>
                  <a:pt x="732704" y="1598885"/>
                  <a:pt x="732704" y="1598885"/>
                  <a:pt x="732704" y="1598885"/>
                </a:cubicBezTo>
                <a:close/>
                <a:moveTo>
                  <a:pt x="1480393" y="1238512"/>
                </a:moveTo>
                <a:cubicBezTo>
                  <a:pt x="1480393" y="1585480"/>
                  <a:pt x="1480393" y="1585480"/>
                  <a:pt x="1480393" y="1585480"/>
                </a:cubicBezTo>
                <a:cubicBezTo>
                  <a:pt x="1391269" y="1654085"/>
                  <a:pt x="1391269" y="1654085"/>
                  <a:pt x="1391269" y="1654085"/>
                </a:cubicBezTo>
                <a:cubicBezTo>
                  <a:pt x="1399156" y="1664336"/>
                  <a:pt x="1399156" y="1664336"/>
                  <a:pt x="1399156" y="1664336"/>
                </a:cubicBezTo>
                <a:cubicBezTo>
                  <a:pt x="1483547" y="1598885"/>
                  <a:pt x="1483547" y="1598885"/>
                  <a:pt x="1483547" y="1598885"/>
                </a:cubicBezTo>
                <a:cubicBezTo>
                  <a:pt x="1848716" y="1876459"/>
                  <a:pt x="1848716" y="1876459"/>
                  <a:pt x="1848716" y="1876459"/>
                </a:cubicBezTo>
                <a:cubicBezTo>
                  <a:pt x="1658639" y="2023920"/>
                  <a:pt x="1658639" y="2023920"/>
                  <a:pt x="1658639" y="2023920"/>
                </a:cubicBezTo>
                <a:cubicBezTo>
                  <a:pt x="1489068" y="2155610"/>
                  <a:pt x="1489068" y="2155610"/>
                  <a:pt x="1489068" y="2155610"/>
                </a:cubicBezTo>
                <a:cubicBezTo>
                  <a:pt x="1123900" y="1878036"/>
                  <a:pt x="1123900" y="1878036"/>
                  <a:pt x="1123900" y="1878036"/>
                </a:cubicBezTo>
                <a:cubicBezTo>
                  <a:pt x="1398368" y="1665124"/>
                  <a:pt x="1398368" y="1665124"/>
                  <a:pt x="1398368" y="1665124"/>
                </a:cubicBezTo>
                <a:cubicBezTo>
                  <a:pt x="1390481" y="1654085"/>
                  <a:pt x="1390481" y="1654085"/>
                  <a:pt x="1390481" y="1654085"/>
                </a:cubicBezTo>
                <a:cubicBezTo>
                  <a:pt x="1118379" y="1865419"/>
                  <a:pt x="1118379" y="1865419"/>
                  <a:pt x="1118379" y="1865419"/>
                </a:cubicBezTo>
                <a:cubicBezTo>
                  <a:pt x="1118379" y="1519240"/>
                  <a:pt x="1118379" y="1519240"/>
                  <a:pt x="1118379" y="1519240"/>
                </a:cubicBezTo>
                <a:cubicBezTo>
                  <a:pt x="1230374" y="1432499"/>
                  <a:pt x="1230374" y="1432499"/>
                  <a:pt x="1230374" y="1432499"/>
                </a:cubicBezTo>
                <a:cubicBezTo>
                  <a:pt x="1480393" y="1238512"/>
                  <a:pt x="1480393" y="1238512"/>
                  <a:pt x="1480393" y="1238512"/>
                </a:cubicBezTo>
                <a:close/>
                <a:moveTo>
                  <a:pt x="1110492" y="947533"/>
                </a:moveTo>
                <a:cubicBezTo>
                  <a:pt x="1475660" y="1225107"/>
                  <a:pt x="1475660" y="1225107"/>
                  <a:pt x="1475660" y="1225107"/>
                </a:cubicBezTo>
                <a:cubicBezTo>
                  <a:pt x="1223276" y="1421459"/>
                  <a:pt x="1223276" y="1421459"/>
                  <a:pt x="1223276" y="1421459"/>
                </a:cubicBezTo>
                <a:cubicBezTo>
                  <a:pt x="1230374" y="1432499"/>
                  <a:pt x="1230374" y="1432499"/>
                  <a:pt x="1230374" y="1432499"/>
                </a:cubicBezTo>
                <a:cubicBezTo>
                  <a:pt x="1222487" y="1422247"/>
                  <a:pt x="1222487" y="1422247"/>
                  <a:pt x="1222487" y="1422247"/>
                </a:cubicBezTo>
                <a:cubicBezTo>
                  <a:pt x="1112069" y="1508201"/>
                  <a:pt x="1112069" y="1508201"/>
                  <a:pt x="1112069" y="1508201"/>
                </a:cubicBezTo>
                <a:cubicBezTo>
                  <a:pt x="746900" y="1230627"/>
                  <a:pt x="746900" y="1230627"/>
                  <a:pt x="746900" y="1230627"/>
                </a:cubicBezTo>
                <a:cubicBezTo>
                  <a:pt x="1110492" y="947533"/>
                  <a:pt x="1110492" y="947533"/>
                  <a:pt x="1110492" y="947533"/>
                </a:cubicBezTo>
                <a:close/>
                <a:moveTo>
                  <a:pt x="1488280" y="296181"/>
                </a:moveTo>
                <a:cubicBezTo>
                  <a:pt x="1498533" y="304066"/>
                  <a:pt x="1498533" y="304066"/>
                  <a:pt x="1498533" y="304066"/>
                </a:cubicBezTo>
                <a:cubicBezTo>
                  <a:pt x="1853448" y="573754"/>
                  <a:pt x="1853448" y="573754"/>
                  <a:pt x="1853448" y="573754"/>
                </a:cubicBezTo>
                <a:cubicBezTo>
                  <a:pt x="1489068" y="856060"/>
                  <a:pt x="1489068" y="856060"/>
                  <a:pt x="1489068" y="856060"/>
                </a:cubicBezTo>
                <a:cubicBezTo>
                  <a:pt x="1123900" y="578486"/>
                  <a:pt x="1123900" y="578486"/>
                  <a:pt x="1123900" y="578486"/>
                </a:cubicBezTo>
                <a:cubicBezTo>
                  <a:pt x="1488280" y="296181"/>
                  <a:pt x="1488280" y="296181"/>
                  <a:pt x="1488280" y="296181"/>
                </a:cubicBezTo>
                <a:close/>
                <a:moveTo>
                  <a:pt x="1493012" y="0"/>
                </a:moveTo>
                <a:lnTo>
                  <a:pt x="5957423" y="0"/>
                </a:lnTo>
                <a:lnTo>
                  <a:pt x="5957423" y="6858000"/>
                </a:lnTo>
                <a:lnTo>
                  <a:pt x="843615" y="6858000"/>
                </a:lnTo>
                <a:lnTo>
                  <a:pt x="810785" y="6833040"/>
                </a:lnTo>
                <a:cubicBezTo>
                  <a:pt x="746900" y="6784470"/>
                  <a:pt x="746900" y="6784470"/>
                  <a:pt x="746900" y="6784470"/>
                </a:cubicBezTo>
                <a:cubicBezTo>
                  <a:pt x="746900" y="6429617"/>
                  <a:pt x="746900" y="6429617"/>
                  <a:pt x="746900" y="6429617"/>
                </a:cubicBezTo>
                <a:cubicBezTo>
                  <a:pt x="1019002" y="6218282"/>
                  <a:pt x="1019002" y="6218282"/>
                  <a:pt x="1019002" y="6218282"/>
                </a:cubicBezTo>
                <a:cubicBezTo>
                  <a:pt x="1012693" y="6206454"/>
                  <a:pt x="1012693" y="6206454"/>
                  <a:pt x="1012693" y="6206454"/>
                </a:cubicBezTo>
                <a:cubicBezTo>
                  <a:pt x="1019791" y="6217493"/>
                  <a:pt x="1019791" y="6217493"/>
                  <a:pt x="1019791" y="6217493"/>
                </a:cubicBezTo>
                <a:cubicBezTo>
                  <a:pt x="1110492" y="6147311"/>
                  <a:pt x="1110492" y="6147311"/>
                  <a:pt x="1110492" y="6147311"/>
                </a:cubicBezTo>
                <a:cubicBezTo>
                  <a:pt x="1489068" y="6435925"/>
                  <a:pt x="1489068" y="6435925"/>
                  <a:pt x="1489068" y="6435925"/>
                </a:cubicBezTo>
                <a:cubicBezTo>
                  <a:pt x="1870800" y="6140214"/>
                  <a:pt x="1870800" y="6140214"/>
                  <a:pt x="1870800" y="6140214"/>
                </a:cubicBezTo>
                <a:cubicBezTo>
                  <a:pt x="1870800" y="6021930"/>
                  <a:pt x="1870800" y="6021930"/>
                  <a:pt x="1870800" y="6021930"/>
                </a:cubicBezTo>
                <a:cubicBezTo>
                  <a:pt x="1857392" y="6027450"/>
                  <a:pt x="1857392" y="6027450"/>
                  <a:pt x="1857392" y="6027450"/>
                </a:cubicBezTo>
                <a:cubicBezTo>
                  <a:pt x="1857392" y="6133906"/>
                  <a:pt x="1857392" y="6133906"/>
                  <a:pt x="1857392" y="6133906"/>
                </a:cubicBezTo>
                <a:cubicBezTo>
                  <a:pt x="1495378" y="6413845"/>
                  <a:pt x="1495378" y="6413845"/>
                  <a:pt x="1495378" y="6413845"/>
                </a:cubicBezTo>
                <a:cubicBezTo>
                  <a:pt x="1495378" y="6067667"/>
                  <a:pt x="1495378" y="6067667"/>
                  <a:pt x="1495378" y="6067667"/>
                </a:cubicBezTo>
                <a:cubicBezTo>
                  <a:pt x="1857392" y="5786939"/>
                  <a:pt x="1857392" y="5786939"/>
                  <a:pt x="1857392" y="5786939"/>
                </a:cubicBezTo>
                <a:cubicBezTo>
                  <a:pt x="1857392" y="6026661"/>
                  <a:pt x="1857392" y="6026661"/>
                  <a:pt x="1857392" y="6026661"/>
                </a:cubicBezTo>
                <a:cubicBezTo>
                  <a:pt x="1870800" y="6021141"/>
                  <a:pt x="1870800" y="6021141"/>
                  <a:pt x="1870800" y="6021141"/>
                </a:cubicBezTo>
                <a:cubicBezTo>
                  <a:pt x="1870800" y="5770379"/>
                  <a:pt x="1870800" y="5770379"/>
                  <a:pt x="1870800" y="5770379"/>
                </a:cubicBezTo>
                <a:cubicBezTo>
                  <a:pt x="1739875" y="5671020"/>
                  <a:pt x="1739875" y="5671020"/>
                  <a:pt x="1739875" y="5671020"/>
                </a:cubicBezTo>
                <a:cubicBezTo>
                  <a:pt x="1497744" y="5487285"/>
                  <a:pt x="1497744" y="5487285"/>
                  <a:pt x="1497744" y="5487285"/>
                </a:cubicBezTo>
                <a:cubicBezTo>
                  <a:pt x="1497744" y="5307493"/>
                  <a:pt x="1497744" y="5307493"/>
                  <a:pt x="1497744" y="5307493"/>
                </a:cubicBezTo>
                <a:cubicBezTo>
                  <a:pt x="1484336" y="5309858"/>
                  <a:pt x="1484336" y="5309858"/>
                  <a:pt x="1484336" y="5309858"/>
                </a:cubicBezTo>
                <a:cubicBezTo>
                  <a:pt x="1484336" y="5480976"/>
                  <a:pt x="1484336" y="5480976"/>
                  <a:pt x="1484336" y="5480976"/>
                </a:cubicBezTo>
                <a:cubicBezTo>
                  <a:pt x="1122322" y="5761705"/>
                  <a:pt x="1122322" y="5761705"/>
                  <a:pt x="1122322" y="5761705"/>
                </a:cubicBezTo>
                <a:cubicBezTo>
                  <a:pt x="1122322" y="5415526"/>
                  <a:pt x="1122322" y="5415526"/>
                  <a:pt x="1122322" y="5415526"/>
                </a:cubicBezTo>
                <a:cubicBezTo>
                  <a:pt x="1292682" y="5283047"/>
                  <a:pt x="1292682" y="5283047"/>
                  <a:pt x="1292682" y="5283047"/>
                </a:cubicBezTo>
                <a:cubicBezTo>
                  <a:pt x="1285583" y="5272796"/>
                  <a:pt x="1285583" y="5272796"/>
                  <a:pt x="1285583" y="5272796"/>
                </a:cubicBezTo>
                <a:cubicBezTo>
                  <a:pt x="1116013" y="5403697"/>
                  <a:pt x="1116013" y="5403697"/>
                  <a:pt x="1116013" y="5403697"/>
                </a:cubicBezTo>
                <a:cubicBezTo>
                  <a:pt x="750844" y="5126124"/>
                  <a:pt x="750844" y="5126124"/>
                  <a:pt x="750844" y="5126124"/>
                </a:cubicBezTo>
                <a:cubicBezTo>
                  <a:pt x="1025312" y="4913212"/>
                  <a:pt x="1025312" y="4913212"/>
                  <a:pt x="1025312" y="4913212"/>
                </a:cubicBezTo>
                <a:cubicBezTo>
                  <a:pt x="1110492" y="4847761"/>
                  <a:pt x="1110492" y="4847761"/>
                  <a:pt x="1110492" y="4847761"/>
                </a:cubicBezTo>
                <a:cubicBezTo>
                  <a:pt x="1475660" y="5125335"/>
                  <a:pt x="1475660" y="5125335"/>
                  <a:pt x="1475660" y="5125335"/>
                </a:cubicBezTo>
                <a:cubicBezTo>
                  <a:pt x="1285583" y="5272008"/>
                  <a:pt x="1285583" y="5272008"/>
                  <a:pt x="1285583" y="5272008"/>
                </a:cubicBezTo>
                <a:cubicBezTo>
                  <a:pt x="1293470" y="5283047"/>
                  <a:pt x="1293470" y="5283047"/>
                  <a:pt x="1293470" y="5283047"/>
                </a:cubicBezTo>
                <a:cubicBezTo>
                  <a:pt x="1484336" y="5134798"/>
                  <a:pt x="1484336" y="5134798"/>
                  <a:pt x="1484336" y="5134798"/>
                </a:cubicBezTo>
                <a:cubicBezTo>
                  <a:pt x="1484336" y="5309070"/>
                  <a:pt x="1484336" y="5309070"/>
                  <a:pt x="1484336" y="5309070"/>
                </a:cubicBezTo>
                <a:cubicBezTo>
                  <a:pt x="1497744" y="5306704"/>
                  <a:pt x="1497744" y="5306704"/>
                  <a:pt x="1497744" y="5306704"/>
                </a:cubicBezTo>
                <a:cubicBezTo>
                  <a:pt x="1497744" y="5129278"/>
                  <a:pt x="1497744" y="5129278"/>
                  <a:pt x="1497744" y="5129278"/>
                </a:cubicBezTo>
                <a:cubicBezTo>
                  <a:pt x="1513518" y="5116661"/>
                  <a:pt x="1513518" y="5116661"/>
                  <a:pt x="1513518" y="5116661"/>
                </a:cubicBezTo>
                <a:cubicBezTo>
                  <a:pt x="1513518" y="5100101"/>
                  <a:pt x="1513518" y="5100101"/>
                  <a:pt x="1513518" y="5100101"/>
                </a:cubicBezTo>
                <a:cubicBezTo>
                  <a:pt x="1495378" y="5114295"/>
                  <a:pt x="1495378" y="5114295"/>
                  <a:pt x="1495378" y="5114295"/>
                </a:cubicBezTo>
                <a:cubicBezTo>
                  <a:pt x="1495378" y="4768116"/>
                  <a:pt x="1495378" y="4768116"/>
                  <a:pt x="1495378" y="4768116"/>
                </a:cubicBezTo>
                <a:cubicBezTo>
                  <a:pt x="1513518" y="4753922"/>
                  <a:pt x="1513518" y="4753922"/>
                  <a:pt x="1513518" y="4753922"/>
                </a:cubicBezTo>
                <a:cubicBezTo>
                  <a:pt x="1513518" y="4737362"/>
                  <a:pt x="1513518" y="4737362"/>
                  <a:pt x="1513518" y="4737362"/>
                </a:cubicBezTo>
                <a:cubicBezTo>
                  <a:pt x="1489068" y="4756288"/>
                  <a:pt x="1489068" y="4756288"/>
                  <a:pt x="1489068" y="4756288"/>
                </a:cubicBezTo>
                <a:cubicBezTo>
                  <a:pt x="1123900" y="4478714"/>
                  <a:pt x="1123900" y="4478714"/>
                  <a:pt x="1123900" y="4478714"/>
                </a:cubicBezTo>
                <a:cubicBezTo>
                  <a:pt x="1488280" y="4196409"/>
                  <a:pt x="1488280" y="4196409"/>
                  <a:pt x="1488280" y="4196409"/>
                </a:cubicBezTo>
                <a:cubicBezTo>
                  <a:pt x="1853448" y="4473983"/>
                  <a:pt x="1853448" y="4473983"/>
                  <a:pt x="1853448" y="4473983"/>
                </a:cubicBezTo>
                <a:cubicBezTo>
                  <a:pt x="1514307" y="4737362"/>
                  <a:pt x="1514307" y="4737362"/>
                  <a:pt x="1514307" y="4737362"/>
                </a:cubicBezTo>
                <a:cubicBezTo>
                  <a:pt x="1514307" y="4753134"/>
                  <a:pt x="1514307" y="4753134"/>
                  <a:pt x="1514307" y="4753134"/>
                </a:cubicBezTo>
                <a:cubicBezTo>
                  <a:pt x="1857392" y="4487388"/>
                  <a:pt x="1857392" y="4487388"/>
                  <a:pt x="1857392" y="4487388"/>
                </a:cubicBezTo>
                <a:cubicBezTo>
                  <a:pt x="1857392" y="4833567"/>
                  <a:pt x="1857392" y="4833567"/>
                  <a:pt x="1857392" y="4833567"/>
                </a:cubicBezTo>
                <a:cubicBezTo>
                  <a:pt x="1514307" y="5100101"/>
                  <a:pt x="1514307" y="5100101"/>
                  <a:pt x="1514307" y="5100101"/>
                </a:cubicBezTo>
                <a:cubicBezTo>
                  <a:pt x="1514307" y="5116661"/>
                  <a:pt x="1514307" y="5116661"/>
                  <a:pt x="1514307" y="5116661"/>
                </a:cubicBezTo>
                <a:cubicBezTo>
                  <a:pt x="1870800" y="4839875"/>
                  <a:pt x="1870800" y="4839875"/>
                  <a:pt x="1870800" y="4839875"/>
                </a:cubicBezTo>
                <a:cubicBezTo>
                  <a:pt x="1870800" y="4470828"/>
                  <a:pt x="1870800" y="4470828"/>
                  <a:pt x="1870800" y="4470828"/>
                </a:cubicBezTo>
                <a:cubicBezTo>
                  <a:pt x="1497744" y="4186946"/>
                  <a:pt x="1497744" y="4186946"/>
                  <a:pt x="1497744" y="4186946"/>
                </a:cubicBezTo>
                <a:cubicBezTo>
                  <a:pt x="1497744" y="3839190"/>
                  <a:pt x="1497744" y="3839190"/>
                  <a:pt x="1497744" y="3839190"/>
                </a:cubicBezTo>
                <a:cubicBezTo>
                  <a:pt x="1484336" y="3849441"/>
                  <a:pt x="1484336" y="3849441"/>
                  <a:pt x="1484336" y="3849441"/>
                </a:cubicBezTo>
                <a:cubicBezTo>
                  <a:pt x="1484336" y="4182215"/>
                  <a:pt x="1484336" y="4182215"/>
                  <a:pt x="1484336" y="4182215"/>
                </a:cubicBezTo>
                <a:cubicBezTo>
                  <a:pt x="1122322" y="4462154"/>
                  <a:pt x="1122322" y="4462154"/>
                  <a:pt x="1122322" y="4462154"/>
                </a:cubicBezTo>
                <a:cubicBezTo>
                  <a:pt x="1122322" y="4115975"/>
                  <a:pt x="1122322" y="4115975"/>
                  <a:pt x="1122322" y="4115975"/>
                </a:cubicBezTo>
                <a:cubicBezTo>
                  <a:pt x="1484336" y="3835248"/>
                  <a:pt x="1484336" y="3835248"/>
                  <a:pt x="1484336" y="3835248"/>
                </a:cubicBezTo>
                <a:cubicBezTo>
                  <a:pt x="1484336" y="3848653"/>
                  <a:pt x="1484336" y="3848653"/>
                  <a:pt x="1484336" y="3848653"/>
                </a:cubicBezTo>
                <a:cubicBezTo>
                  <a:pt x="1497744" y="3838402"/>
                  <a:pt x="1497744" y="3838402"/>
                  <a:pt x="1497744" y="3838402"/>
                </a:cubicBezTo>
                <a:cubicBezTo>
                  <a:pt x="1497744" y="3818688"/>
                  <a:pt x="1497744" y="3818688"/>
                  <a:pt x="1497744" y="3818688"/>
                </a:cubicBezTo>
                <a:cubicBezTo>
                  <a:pt x="1136519" y="3544268"/>
                  <a:pt x="1136519" y="3544268"/>
                  <a:pt x="1136519" y="3544268"/>
                </a:cubicBezTo>
                <a:cubicBezTo>
                  <a:pt x="1125477" y="3552154"/>
                  <a:pt x="1125477" y="3552154"/>
                  <a:pt x="1125477" y="3552154"/>
                </a:cubicBezTo>
                <a:cubicBezTo>
                  <a:pt x="1135730" y="3543479"/>
                  <a:pt x="1135730" y="3543479"/>
                  <a:pt x="1135730" y="3543479"/>
                </a:cubicBezTo>
                <a:cubicBezTo>
                  <a:pt x="1119956" y="3531651"/>
                  <a:pt x="1119956" y="3531651"/>
                  <a:pt x="1119956" y="3531651"/>
                </a:cubicBezTo>
                <a:cubicBezTo>
                  <a:pt x="1119956" y="3519822"/>
                  <a:pt x="1119956" y="3519822"/>
                  <a:pt x="1119956" y="3519822"/>
                </a:cubicBezTo>
                <a:cubicBezTo>
                  <a:pt x="1106548" y="3519822"/>
                  <a:pt x="1106548" y="3519822"/>
                  <a:pt x="1106548" y="3519822"/>
                </a:cubicBezTo>
                <a:cubicBezTo>
                  <a:pt x="1106548" y="3532439"/>
                  <a:pt x="1106548" y="3532439"/>
                  <a:pt x="1106548" y="3532439"/>
                </a:cubicBezTo>
                <a:cubicBezTo>
                  <a:pt x="744534" y="3812379"/>
                  <a:pt x="744534" y="3812379"/>
                  <a:pt x="744534" y="3812379"/>
                </a:cubicBezTo>
                <a:cubicBezTo>
                  <a:pt x="744534" y="3495377"/>
                  <a:pt x="744534" y="3495377"/>
                  <a:pt x="744534" y="3495377"/>
                </a:cubicBezTo>
                <a:cubicBezTo>
                  <a:pt x="744534" y="3466989"/>
                  <a:pt x="744534" y="3466989"/>
                  <a:pt x="744534" y="3466989"/>
                </a:cubicBezTo>
                <a:cubicBezTo>
                  <a:pt x="1106548" y="3186261"/>
                  <a:pt x="1106548" y="3186261"/>
                  <a:pt x="1106548" y="3186261"/>
                </a:cubicBezTo>
                <a:cubicBezTo>
                  <a:pt x="1106548" y="3500109"/>
                  <a:pt x="1106548" y="3500109"/>
                  <a:pt x="1106548" y="3500109"/>
                </a:cubicBezTo>
                <a:cubicBezTo>
                  <a:pt x="1106548" y="3519034"/>
                  <a:pt x="1106548" y="3519034"/>
                  <a:pt x="1106548" y="3519034"/>
                </a:cubicBezTo>
                <a:cubicBezTo>
                  <a:pt x="1119956" y="3519034"/>
                  <a:pt x="1119956" y="3519034"/>
                  <a:pt x="1119956" y="3519034"/>
                </a:cubicBezTo>
                <a:cubicBezTo>
                  <a:pt x="1119956" y="3180741"/>
                  <a:pt x="1119956" y="3180741"/>
                  <a:pt x="1119956" y="3180741"/>
                </a:cubicBezTo>
                <a:cubicBezTo>
                  <a:pt x="1392847" y="2969406"/>
                  <a:pt x="1392847" y="2969406"/>
                  <a:pt x="1392847" y="2969406"/>
                </a:cubicBezTo>
                <a:cubicBezTo>
                  <a:pt x="1483547" y="2899224"/>
                  <a:pt x="1483547" y="2899224"/>
                  <a:pt x="1483547" y="2899224"/>
                </a:cubicBezTo>
                <a:cubicBezTo>
                  <a:pt x="1862913" y="3187049"/>
                  <a:pt x="1862913" y="3187049"/>
                  <a:pt x="1862913" y="3187049"/>
                </a:cubicBezTo>
                <a:cubicBezTo>
                  <a:pt x="2243855" y="2891339"/>
                  <a:pt x="2243855" y="2891339"/>
                  <a:pt x="2243855" y="2891339"/>
                </a:cubicBezTo>
                <a:cubicBezTo>
                  <a:pt x="2243855" y="2773843"/>
                  <a:pt x="2243855" y="2773843"/>
                  <a:pt x="2243855" y="2773843"/>
                </a:cubicBezTo>
                <a:cubicBezTo>
                  <a:pt x="2231236" y="2779363"/>
                  <a:pt x="2231236" y="2779363"/>
                  <a:pt x="2231236" y="2779363"/>
                </a:cubicBezTo>
                <a:cubicBezTo>
                  <a:pt x="2231236" y="2885030"/>
                  <a:pt x="2231236" y="2885030"/>
                  <a:pt x="2231236" y="2885030"/>
                </a:cubicBezTo>
                <a:cubicBezTo>
                  <a:pt x="1869222" y="3165758"/>
                  <a:pt x="1869222" y="3165758"/>
                  <a:pt x="1869222" y="3165758"/>
                </a:cubicBezTo>
                <a:cubicBezTo>
                  <a:pt x="1869222" y="2819579"/>
                  <a:pt x="1869222" y="2819579"/>
                  <a:pt x="1869222" y="2819579"/>
                </a:cubicBezTo>
                <a:cubicBezTo>
                  <a:pt x="2231236" y="2538851"/>
                  <a:pt x="2231236" y="2538851"/>
                  <a:pt x="2231236" y="2538851"/>
                </a:cubicBezTo>
                <a:cubicBezTo>
                  <a:pt x="2231236" y="2778574"/>
                  <a:pt x="2231236" y="2778574"/>
                  <a:pt x="2231236" y="2778574"/>
                </a:cubicBezTo>
                <a:cubicBezTo>
                  <a:pt x="2243855" y="2773054"/>
                  <a:pt x="2243855" y="2773054"/>
                  <a:pt x="2243855" y="2773054"/>
                </a:cubicBezTo>
                <a:cubicBezTo>
                  <a:pt x="2243855" y="2522291"/>
                  <a:pt x="2243855" y="2522291"/>
                  <a:pt x="2243855" y="2522291"/>
                </a:cubicBezTo>
                <a:cubicBezTo>
                  <a:pt x="2113720" y="2422933"/>
                  <a:pt x="2113720" y="2422933"/>
                  <a:pt x="2113720" y="2422933"/>
                </a:cubicBezTo>
                <a:cubicBezTo>
                  <a:pt x="2100312" y="2429241"/>
                  <a:pt x="2100312" y="2429241"/>
                  <a:pt x="2100312" y="2429241"/>
                </a:cubicBezTo>
                <a:cubicBezTo>
                  <a:pt x="2226503" y="2525446"/>
                  <a:pt x="2226503" y="2525446"/>
                  <a:pt x="2226503" y="2525446"/>
                </a:cubicBezTo>
                <a:cubicBezTo>
                  <a:pt x="1862124" y="2807751"/>
                  <a:pt x="1862124" y="2807751"/>
                  <a:pt x="1862124" y="2807751"/>
                </a:cubicBezTo>
                <a:cubicBezTo>
                  <a:pt x="1496955" y="2530177"/>
                  <a:pt x="1496955" y="2530177"/>
                  <a:pt x="1496955" y="2530177"/>
                </a:cubicBezTo>
                <a:cubicBezTo>
                  <a:pt x="1861335" y="2247872"/>
                  <a:pt x="1861335" y="2247872"/>
                  <a:pt x="1861335" y="2247872"/>
                </a:cubicBezTo>
                <a:cubicBezTo>
                  <a:pt x="2099523" y="2428452"/>
                  <a:pt x="2099523" y="2428452"/>
                  <a:pt x="2099523" y="2428452"/>
                </a:cubicBezTo>
                <a:cubicBezTo>
                  <a:pt x="2112931" y="2422144"/>
                  <a:pt x="2112931" y="2422144"/>
                  <a:pt x="2112931" y="2422144"/>
                </a:cubicBezTo>
                <a:cubicBezTo>
                  <a:pt x="1870800" y="2238409"/>
                  <a:pt x="1870800" y="2238409"/>
                  <a:pt x="1870800" y="2238409"/>
                </a:cubicBezTo>
                <a:cubicBezTo>
                  <a:pt x="1870800" y="2059405"/>
                  <a:pt x="1870800" y="2059405"/>
                  <a:pt x="1870800" y="2059405"/>
                </a:cubicBezTo>
                <a:cubicBezTo>
                  <a:pt x="1857392" y="2060983"/>
                  <a:pt x="1857392" y="2060983"/>
                  <a:pt x="1857392" y="2060983"/>
                </a:cubicBezTo>
                <a:cubicBezTo>
                  <a:pt x="1857392" y="2232889"/>
                  <a:pt x="1857392" y="2232889"/>
                  <a:pt x="1857392" y="2232889"/>
                </a:cubicBezTo>
                <a:cubicBezTo>
                  <a:pt x="1496167" y="2513617"/>
                  <a:pt x="1496167" y="2513617"/>
                  <a:pt x="1496167" y="2513617"/>
                </a:cubicBezTo>
                <a:cubicBezTo>
                  <a:pt x="1496167" y="2166650"/>
                  <a:pt x="1496167" y="2166650"/>
                  <a:pt x="1496167" y="2166650"/>
                </a:cubicBezTo>
                <a:cubicBezTo>
                  <a:pt x="1666526" y="2034960"/>
                  <a:pt x="1666526" y="2034960"/>
                  <a:pt x="1666526" y="2034960"/>
                </a:cubicBezTo>
                <a:cubicBezTo>
                  <a:pt x="1658639" y="2023920"/>
                  <a:pt x="1658639" y="2023920"/>
                  <a:pt x="1658639" y="2023920"/>
                </a:cubicBezTo>
                <a:cubicBezTo>
                  <a:pt x="1666526" y="2034172"/>
                  <a:pt x="1666526" y="2034172"/>
                  <a:pt x="1666526" y="2034172"/>
                </a:cubicBezTo>
                <a:cubicBezTo>
                  <a:pt x="1857392" y="1885922"/>
                  <a:pt x="1857392" y="1885922"/>
                  <a:pt x="1857392" y="1885922"/>
                </a:cubicBezTo>
                <a:cubicBezTo>
                  <a:pt x="1857392" y="2060194"/>
                  <a:pt x="1857392" y="2060194"/>
                  <a:pt x="1857392" y="2060194"/>
                </a:cubicBezTo>
                <a:cubicBezTo>
                  <a:pt x="1870800" y="2058617"/>
                  <a:pt x="1870800" y="2058617"/>
                  <a:pt x="1870800" y="2058617"/>
                </a:cubicBezTo>
                <a:cubicBezTo>
                  <a:pt x="1870800" y="1881190"/>
                  <a:pt x="1870800" y="1881190"/>
                  <a:pt x="1870800" y="1881190"/>
                </a:cubicBezTo>
                <a:cubicBezTo>
                  <a:pt x="1886574" y="1868573"/>
                  <a:pt x="1886574" y="1868573"/>
                  <a:pt x="1886574" y="1868573"/>
                </a:cubicBezTo>
                <a:cubicBezTo>
                  <a:pt x="1886574" y="1852014"/>
                  <a:pt x="1886574" y="1852014"/>
                  <a:pt x="1886574" y="1852014"/>
                </a:cubicBezTo>
                <a:cubicBezTo>
                  <a:pt x="1869222" y="1865419"/>
                  <a:pt x="1869222" y="1865419"/>
                  <a:pt x="1869222" y="1865419"/>
                </a:cubicBezTo>
                <a:cubicBezTo>
                  <a:pt x="1869222" y="1519240"/>
                  <a:pt x="1869222" y="1519240"/>
                  <a:pt x="1869222" y="1519240"/>
                </a:cubicBezTo>
                <a:cubicBezTo>
                  <a:pt x="1886574" y="1505835"/>
                  <a:pt x="1886574" y="1505835"/>
                  <a:pt x="1886574" y="1505835"/>
                </a:cubicBezTo>
                <a:cubicBezTo>
                  <a:pt x="1886574" y="1489275"/>
                  <a:pt x="1886574" y="1489275"/>
                  <a:pt x="1886574" y="1489275"/>
                </a:cubicBezTo>
                <a:cubicBezTo>
                  <a:pt x="1862124" y="1508201"/>
                  <a:pt x="1862124" y="1508201"/>
                  <a:pt x="1862124" y="1508201"/>
                </a:cubicBezTo>
                <a:cubicBezTo>
                  <a:pt x="1496955" y="1230627"/>
                  <a:pt x="1496955" y="1230627"/>
                  <a:pt x="1496955" y="1230627"/>
                </a:cubicBezTo>
                <a:cubicBezTo>
                  <a:pt x="1861335" y="947533"/>
                  <a:pt x="1861335" y="947533"/>
                  <a:pt x="1861335" y="947533"/>
                </a:cubicBezTo>
                <a:cubicBezTo>
                  <a:pt x="2226503" y="1225107"/>
                  <a:pt x="2226503" y="1225107"/>
                  <a:pt x="2226503" y="1225107"/>
                </a:cubicBezTo>
                <a:cubicBezTo>
                  <a:pt x="1887362" y="1488487"/>
                  <a:pt x="1887362" y="1488487"/>
                  <a:pt x="1887362" y="1488487"/>
                </a:cubicBezTo>
                <a:cubicBezTo>
                  <a:pt x="1887362" y="1505046"/>
                  <a:pt x="1887362" y="1505046"/>
                  <a:pt x="1887362" y="1505046"/>
                </a:cubicBezTo>
                <a:cubicBezTo>
                  <a:pt x="2231236" y="1238512"/>
                  <a:pt x="2231236" y="1238512"/>
                  <a:pt x="2231236" y="1238512"/>
                </a:cubicBezTo>
                <a:cubicBezTo>
                  <a:pt x="2231236" y="1585480"/>
                  <a:pt x="2231236" y="1585480"/>
                  <a:pt x="2231236" y="1585480"/>
                </a:cubicBezTo>
                <a:lnTo>
                  <a:pt x="1887362" y="1851225"/>
                </a:lnTo>
                <a:cubicBezTo>
                  <a:pt x="1887362" y="1867785"/>
                  <a:pt x="1887362" y="1867785"/>
                  <a:pt x="1887362" y="1867785"/>
                </a:cubicBezTo>
                <a:cubicBezTo>
                  <a:pt x="2243855" y="1591788"/>
                  <a:pt x="2243855" y="1591788"/>
                  <a:pt x="2243855" y="1591788"/>
                </a:cubicBezTo>
                <a:cubicBezTo>
                  <a:pt x="2243855" y="1221952"/>
                  <a:pt x="2243855" y="1221952"/>
                  <a:pt x="2243855" y="1221952"/>
                </a:cubicBezTo>
                <a:cubicBezTo>
                  <a:pt x="1870800" y="938859"/>
                  <a:pt x="1870800" y="938859"/>
                  <a:pt x="1870800" y="938859"/>
                </a:cubicBezTo>
                <a:cubicBezTo>
                  <a:pt x="1870800" y="590314"/>
                  <a:pt x="1870800" y="590314"/>
                  <a:pt x="1870800" y="590314"/>
                </a:cubicBezTo>
                <a:cubicBezTo>
                  <a:pt x="1857392" y="600566"/>
                  <a:pt x="1857392" y="600566"/>
                  <a:pt x="1857392" y="600566"/>
                </a:cubicBezTo>
                <a:cubicBezTo>
                  <a:pt x="1857392" y="933339"/>
                  <a:pt x="1857392" y="933339"/>
                  <a:pt x="1857392" y="933339"/>
                </a:cubicBezTo>
                <a:cubicBezTo>
                  <a:pt x="1496167" y="1214067"/>
                  <a:pt x="1496167" y="1214067"/>
                  <a:pt x="1496167" y="1214067"/>
                </a:cubicBezTo>
                <a:cubicBezTo>
                  <a:pt x="1496167" y="867888"/>
                  <a:pt x="1496167" y="867888"/>
                  <a:pt x="1496167" y="867888"/>
                </a:cubicBezTo>
                <a:cubicBezTo>
                  <a:pt x="1857392" y="587160"/>
                  <a:pt x="1857392" y="587160"/>
                  <a:pt x="1857392" y="587160"/>
                </a:cubicBezTo>
                <a:cubicBezTo>
                  <a:pt x="1857392" y="599777"/>
                  <a:pt x="1857392" y="599777"/>
                  <a:pt x="1857392" y="599777"/>
                </a:cubicBezTo>
                <a:cubicBezTo>
                  <a:pt x="1870800" y="589526"/>
                  <a:pt x="1870800" y="589526"/>
                  <a:pt x="1870800" y="589526"/>
                </a:cubicBezTo>
                <a:cubicBezTo>
                  <a:pt x="1870800" y="570600"/>
                  <a:pt x="1870800" y="570600"/>
                  <a:pt x="1870800" y="570600"/>
                </a:cubicBezTo>
                <a:cubicBezTo>
                  <a:pt x="1509574" y="295392"/>
                  <a:pt x="1509574" y="295392"/>
                  <a:pt x="1509574" y="295392"/>
                </a:cubicBezTo>
                <a:cubicBezTo>
                  <a:pt x="1498533" y="304066"/>
                  <a:pt x="1498533" y="304066"/>
                  <a:pt x="1498533" y="304066"/>
                </a:cubicBezTo>
                <a:cubicBezTo>
                  <a:pt x="1508786" y="295392"/>
                  <a:pt x="1508786" y="295392"/>
                  <a:pt x="1508786" y="295392"/>
                </a:cubicBezTo>
                <a:cubicBezTo>
                  <a:pt x="1493012" y="283564"/>
                  <a:pt x="1493012" y="283564"/>
                  <a:pt x="1493012" y="283564"/>
                </a:cubicBezTo>
                <a:cubicBezTo>
                  <a:pt x="1493012" y="97759"/>
                  <a:pt x="1493012" y="28082"/>
                  <a:pt x="1493012" y="1953"/>
                </a:cubicBezTo>
                <a:close/>
                <a:moveTo>
                  <a:pt x="1398859" y="0"/>
                </a:moveTo>
                <a:lnTo>
                  <a:pt x="1480393" y="0"/>
                </a:lnTo>
                <a:lnTo>
                  <a:pt x="1480393" y="84404"/>
                </a:lnTo>
                <a:cubicBezTo>
                  <a:pt x="1480393" y="283564"/>
                  <a:pt x="1480393" y="283564"/>
                  <a:pt x="1480393" y="283564"/>
                </a:cubicBezTo>
                <a:cubicBezTo>
                  <a:pt x="1118379" y="564292"/>
                  <a:pt x="1118379" y="564292"/>
                  <a:pt x="1118379" y="564292"/>
                </a:cubicBezTo>
                <a:cubicBezTo>
                  <a:pt x="1118379" y="218113"/>
                  <a:pt x="1118379" y="218113"/>
                  <a:pt x="1118379" y="218113"/>
                </a:cubicBezTo>
                <a:cubicBezTo>
                  <a:pt x="1267443" y="102194"/>
                  <a:pt x="1341976" y="44235"/>
                  <a:pt x="1379242" y="15255"/>
                </a:cubicBezTo>
                <a:close/>
                <a:moveTo>
                  <a:pt x="840168" y="0"/>
                </a:moveTo>
                <a:lnTo>
                  <a:pt x="1377550" y="0"/>
                </a:lnTo>
                <a:lnTo>
                  <a:pt x="1301753" y="58896"/>
                </a:lnTo>
                <a:cubicBezTo>
                  <a:pt x="1112069" y="206284"/>
                  <a:pt x="1112069" y="206284"/>
                  <a:pt x="1112069" y="206284"/>
                </a:cubicBezTo>
                <a:cubicBezTo>
                  <a:pt x="966554" y="95886"/>
                  <a:pt x="893796" y="40686"/>
                  <a:pt x="857417" y="13087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540000" rIns="540000">
            <a:noAutofit/>
          </a:bodyPr>
          <a:lstStyle>
            <a:lvl1pPr algn="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381125"/>
            <a:ext cx="6118657" cy="453231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9" name="Titre 10">
            <a:extLst>
              <a:ext uri="{FF2B5EF4-FFF2-40B4-BE49-F238E27FC236}">
                <a16:creationId xmlns:a16="http://schemas.microsoft.com/office/drawing/2014/main" id="{E8A77A76-28CB-5629-14F2-37B56A98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40" y="314036"/>
            <a:ext cx="6118656" cy="87182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59944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uel 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14">
            <a:extLst>
              <a:ext uri="{FF2B5EF4-FFF2-40B4-BE49-F238E27FC236}">
                <a16:creationId xmlns:a16="http://schemas.microsoft.com/office/drawing/2014/main" id="{99E12E89-87DE-B6F7-B1A1-FBC84445BA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0"/>
            <a:ext cx="5305156" cy="6858000"/>
          </a:xfrm>
          <a:custGeom>
            <a:avLst/>
            <a:gdLst>
              <a:gd name="connsiteX0" fmla="*/ 4647758 w 5305156"/>
              <a:gd name="connsiteY0" fmla="*/ 6793932 h 6858000"/>
              <a:gd name="connsiteX1" fmla="*/ 4720099 w 5305156"/>
              <a:gd name="connsiteY1" fmla="*/ 6857017 h 6858000"/>
              <a:gd name="connsiteX2" fmla="*/ 4721226 w 5305156"/>
              <a:gd name="connsiteY2" fmla="*/ 6858000 h 6858000"/>
              <a:gd name="connsiteX3" fmla="*/ 4572862 w 5305156"/>
              <a:gd name="connsiteY3" fmla="*/ 6858000 h 6858000"/>
              <a:gd name="connsiteX4" fmla="*/ 4579542 w 5305156"/>
              <a:gd name="connsiteY4" fmla="*/ 6852286 h 6858000"/>
              <a:gd name="connsiteX5" fmla="*/ 4647758 w 5305156"/>
              <a:gd name="connsiteY5" fmla="*/ 6793932 h 6858000"/>
              <a:gd name="connsiteX6" fmla="*/ 4651972 w 5305156"/>
              <a:gd name="connsiteY6" fmla="*/ 6434348 h 6858000"/>
              <a:gd name="connsiteX7" fmla="*/ 4974349 w 5305156"/>
              <a:gd name="connsiteY7" fmla="*/ 6715076 h 6858000"/>
              <a:gd name="connsiteX8" fmla="*/ 4974349 w 5305156"/>
              <a:gd name="connsiteY8" fmla="*/ 6799592 h 6858000"/>
              <a:gd name="connsiteX9" fmla="*/ 4974349 w 5305156"/>
              <a:gd name="connsiteY9" fmla="*/ 6858000 h 6858000"/>
              <a:gd name="connsiteX10" fmla="*/ 4741003 w 5305156"/>
              <a:gd name="connsiteY10" fmla="*/ 6858000 h 6858000"/>
              <a:gd name="connsiteX11" fmla="*/ 4736254 w 5305156"/>
              <a:gd name="connsiteY11" fmla="*/ 6853863 h 6858000"/>
              <a:gd name="connsiteX12" fmla="*/ 4720099 w 5305156"/>
              <a:gd name="connsiteY12" fmla="*/ 6857017 h 6858000"/>
              <a:gd name="connsiteX13" fmla="*/ 4735551 w 5305156"/>
              <a:gd name="connsiteY13" fmla="*/ 6853075 h 6858000"/>
              <a:gd name="connsiteX14" fmla="*/ 4651972 w 5305156"/>
              <a:gd name="connsiteY14" fmla="*/ 6780527 h 6858000"/>
              <a:gd name="connsiteX15" fmla="*/ 4651972 w 5305156"/>
              <a:gd name="connsiteY15" fmla="*/ 6434348 h 6858000"/>
              <a:gd name="connsiteX16" fmla="*/ 4319762 w 5305156"/>
              <a:gd name="connsiteY16" fmla="*/ 5786939 h 6858000"/>
              <a:gd name="connsiteX17" fmla="*/ 4527656 w 5305156"/>
              <a:gd name="connsiteY17" fmla="*/ 5968308 h 6858000"/>
              <a:gd name="connsiteX18" fmla="*/ 4642139 w 5305156"/>
              <a:gd name="connsiteY18" fmla="*/ 6067667 h 6858000"/>
              <a:gd name="connsiteX19" fmla="*/ 4642139 w 5305156"/>
              <a:gd name="connsiteY19" fmla="*/ 6413845 h 6858000"/>
              <a:gd name="connsiteX20" fmla="*/ 4403341 w 5305156"/>
              <a:gd name="connsiteY20" fmla="*/ 6206454 h 6858000"/>
              <a:gd name="connsiteX21" fmla="*/ 4319762 w 5305156"/>
              <a:gd name="connsiteY21" fmla="*/ 6133906 h 6858000"/>
              <a:gd name="connsiteX22" fmla="*/ 4319762 w 5305156"/>
              <a:gd name="connsiteY22" fmla="*/ 5786939 h 6858000"/>
              <a:gd name="connsiteX23" fmla="*/ 3755776 w 5305156"/>
              <a:gd name="connsiteY23" fmla="*/ 5671020 h 6858000"/>
              <a:gd name="connsiteX24" fmla="*/ 3767716 w 5305156"/>
              <a:gd name="connsiteY24" fmla="*/ 5677328 h 6858000"/>
              <a:gd name="connsiteX25" fmla="*/ 3755776 w 5305156"/>
              <a:gd name="connsiteY25" fmla="*/ 5671020 h 6858000"/>
              <a:gd name="connsiteX26" fmla="*/ 3979825 w 5305156"/>
              <a:gd name="connsiteY26" fmla="*/ 5495959 h 6858000"/>
              <a:gd name="connsiteX27" fmla="*/ 4304309 w 5305156"/>
              <a:gd name="connsiteY27" fmla="*/ 5779053 h 6858000"/>
              <a:gd name="connsiteX28" fmla="*/ 3979123 w 5305156"/>
              <a:gd name="connsiteY28" fmla="*/ 6056627 h 6858000"/>
              <a:gd name="connsiteX29" fmla="*/ 3654638 w 5305156"/>
              <a:gd name="connsiteY29" fmla="*/ 5773533 h 6858000"/>
              <a:gd name="connsiteX30" fmla="*/ 3767716 w 5305156"/>
              <a:gd name="connsiteY30" fmla="*/ 5677328 h 6858000"/>
              <a:gd name="connsiteX31" fmla="*/ 3979825 w 5305156"/>
              <a:gd name="connsiteY31" fmla="*/ 5495959 h 6858000"/>
              <a:gd name="connsiteX32" fmla="*/ 4984885 w 5305156"/>
              <a:gd name="connsiteY32" fmla="*/ 4847761 h 6858000"/>
              <a:gd name="connsiteX33" fmla="*/ 5305156 w 5305156"/>
              <a:gd name="connsiteY33" fmla="*/ 5126124 h 6858000"/>
              <a:gd name="connsiteX34" fmla="*/ 4979968 w 5305156"/>
              <a:gd name="connsiteY34" fmla="*/ 5403697 h 6858000"/>
              <a:gd name="connsiteX35" fmla="*/ 4871807 w 5305156"/>
              <a:gd name="connsiteY35" fmla="*/ 5309070 h 6858000"/>
              <a:gd name="connsiteX36" fmla="*/ 4865486 w 5305156"/>
              <a:gd name="connsiteY36" fmla="*/ 5320898 h 6858000"/>
              <a:gd name="connsiteX37" fmla="*/ 4974349 w 5305156"/>
              <a:gd name="connsiteY37" fmla="*/ 5415526 h 6858000"/>
              <a:gd name="connsiteX38" fmla="*/ 4974349 w 5305156"/>
              <a:gd name="connsiteY38" fmla="*/ 5761705 h 6858000"/>
              <a:gd name="connsiteX39" fmla="*/ 4741170 w 5305156"/>
              <a:gd name="connsiteY39" fmla="*/ 5559044 h 6858000"/>
              <a:gd name="connsiteX40" fmla="*/ 4734849 w 5305156"/>
              <a:gd name="connsiteY40" fmla="*/ 5571661 h 6858000"/>
              <a:gd name="connsiteX41" fmla="*/ 4972945 w 5305156"/>
              <a:gd name="connsiteY41" fmla="*/ 5779053 h 6858000"/>
              <a:gd name="connsiteX42" fmla="*/ 4647758 w 5305156"/>
              <a:gd name="connsiteY42" fmla="*/ 6056627 h 6858000"/>
              <a:gd name="connsiteX43" fmla="*/ 4533978 w 5305156"/>
              <a:gd name="connsiteY43" fmla="*/ 5957268 h 6858000"/>
              <a:gd name="connsiteX44" fmla="*/ 4527656 w 5305156"/>
              <a:gd name="connsiteY44" fmla="*/ 5968308 h 6858000"/>
              <a:gd name="connsiteX45" fmla="*/ 4533275 w 5305156"/>
              <a:gd name="connsiteY45" fmla="*/ 5956479 h 6858000"/>
              <a:gd name="connsiteX46" fmla="*/ 4323273 w 5305156"/>
              <a:gd name="connsiteY46" fmla="*/ 5773533 h 6858000"/>
              <a:gd name="connsiteX47" fmla="*/ 4648460 w 5305156"/>
              <a:gd name="connsiteY47" fmla="*/ 5495959 h 6858000"/>
              <a:gd name="connsiteX48" fmla="*/ 4734146 w 5305156"/>
              <a:gd name="connsiteY48" fmla="*/ 5570873 h 6858000"/>
              <a:gd name="connsiteX49" fmla="*/ 4741170 w 5305156"/>
              <a:gd name="connsiteY49" fmla="*/ 5558256 h 6858000"/>
              <a:gd name="connsiteX50" fmla="*/ 4651972 w 5305156"/>
              <a:gd name="connsiteY50" fmla="*/ 5480976 h 6858000"/>
              <a:gd name="connsiteX51" fmla="*/ 4651972 w 5305156"/>
              <a:gd name="connsiteY51" fmla="*/ 5134798 h 6858000"/>
              <a:gd name="connsiteX52" fmla="*/ 4865486 w 5305156"/>
              <a:gd name="connsiteY52" fmla="*/ 5320110 h 6858000"/>
              <a:gd name="connsiteX53" fmla="*/ 4871104 w 5305156"/>
              <a:gd name="connsiteY53" fmla="*/ 5309070 h 6858000"/>
              <a:gd name="connsiteX54" fmla="*/ 4659698 w 5305156"/>
              <a:gd name="connsiteY54" fmla="*/ 5125335 h 6858000"/>
              <a:gd name="connsiteX55" fmla="*/ 4984885 w 5305156"/>
              <a:gd name="connsiteY55" fmla="*/ 4847761 h 6858000"/>
              <a:gd name="connsiteX56" fmla="*/ 4319762 w 5305156"/>
              <a:gd name="connsiteY56" fmla="*/ 4487388 h 6858000"/>
              <a:gd name="connsiteX57" fmla="*/ 4541703 w 5305156"/>
              <a:gd name="connsiteY57" fmla="*/ 4680586 h 6858000"/>
              <a:gd name="connsiteX58" fmla="*/ 4548726 w 5305156"/>
              <a:gd name="connsiteY58" fmla="*/ 4670335 h 6858000"/>
              <a:gd name="connsiteX59" fmla="*/ 4542406 w 5305156"/>
              <a:gd name="connsiteY59" fmla="*/ 4680586 h 6858000"/>
              <a:gd name="connsiteX60" fmla="*/ 4642139 w 5305156"/>
              <a:gd name="connsiteY60" fmla="*/ 4768116 h 6858000"/>
              <a:gd name="connsiteX61" fmla="*/ 4642139 w 5305156"/>
              <a:gd name="connsiteY61" fmla="*/ 5114295 h 6858000"/>
              <a:gd name="connsiteX62" fmla="*/ 4399127 w 5305156"/>
              <a:gd name="connsiteY62" fmla="*/ 4902960 h 6858000"/>
              <a:gd name="connsiteX63" fmla="*/ 4392103 w 5305156"/>
              <a:gd name="connsiteY63" fmla="*/ 4913212 h 6858000"/>
              <a:gd name="connsiteX64" fmla="*/ 4398424 w 5305156"/>
              <a:gd name="connsiteY64" fmla="*/ 4902172 h 6858000"/>
              <a:gd name="connsiteX65" fmla="*/ 4319762 w 5305156"/>
              <a:gd name="connsiteY65" fmla="*/ 4833567 h 6858000"/>
              <a:gd name="connsiteX66" fmla="*/ 4319762 w 5305156"/>
              <a:gd name="connsiteY66" fmla="*/ 4487388 h 6858000"/>
              <a:gd name="connsiteX67" fmla="*/ 4648460 w 5305156"/>
              <a:gd name="connsiteY67" fmla="*/ 4196409 h 6858000"/>
              <a:gd name="connsiteX68" fmla="*/ 4972945 w 5305156"/>
              <a:gd name="connsiteY68" fmla="*/ 4478714 h 6858000"/>
              <a:gd name="connsiteX69" fmla="*/ 4647758 w 5305156"/>
              <a:gd name="connsiteY69" fmla="*/ 4756288 h 6858000"/>
              <a:gd name="connsiteX70" fmla="*/ 4548726 w 5305156"/>
              <a:gd name="connsiteY70" fmla="*/ 4670335 h 6858000"/>
              <a:gd name="connsiteX71" fmla="*/ 4323273 w 5305156"/>
              <a:gd name="connsiteY71" fmla="*/ 4473983 h 6858000"/>
              <a:gd name="connsiteX72" fmla="*/ 4648460 w 5305156"/>
              <a:gd name="connsiteY72" fmla="*/ 4196409 h 6858000"/>
              <a:gd name="connsiteX73" fmla="*/ 4312036 w 5305156"/>
              <a:gd name="connsiteY73" fmla="*/ 3544268 h 6858000"/>
              <a:gd name="connsiteX74" fmla="*/ 4636520 w 5305156"/>
              <a:gd name="connsiteY74" fmla="*/ 3826573 h 6858000"/>
              <a:gd name="connsiteX75" fmla="*/ 4311333 w 5305156"/>
              <a:gd name="connsiteY75" fmla="*/ 4104935 h 6858000"/>
              <a:gd name="connsiteX76" fmla="*/ 3986848 w 5305156"/>
              <a:gd name="connsiteY76" fmla="*/ 3821842 h 6858000"/>
              <a:gd name="connsiteX77" fmla="*/ 4302905 w 5305156"/>
              <a:gd name="connsiteY77" fmla="*/ 3552154 h 6858000"/>
              <a:gd name="connsiteX78" fmla="*/ 4312036 w 5305156"/>
              <a:gd name="connsiteY78" fmla="*/ 3544268 h 6858000"/>
              <a:gd name="connsiteX79" fmla="*/ 3986848 w 5305156"/>
              <a:gd name="connsiteY79" fmla="*/ 2538851 h 6858000"/>
              <a:gd name="connsiteX80" fmla="*/ 4194744 w 5305156"/>
              <a:gd name="connsiteY80" fmla="*/ 2719432 h 6858000"/>
              <a:gd name="connsiteX81" fmla="*/ 4201064 w 5305156"/>
              <a:gd name="connsiteY81" fmla="*/ 2708392 h 6858000"/>
              <a:gd name="connsiteX82" fmla="*/ 4195446 w 5305156"/>
              <a:gd name="connsiteY82" fmla="*/ 2720221 h 6858000"/>
              <a:gd name="connsiteX83" fmla="*/ 4309226 w 5305156"/>
              <a:gd name="connsiteY83" fmla="*/ 2819579 h 6858000"/>
              <a:gd name="connsiteX84" fmla="*/ 4309226 w 5305156"/>
              <a:gd name="connsiteY84" fmla="*/ 3165758 h 6858000"/>
              <a:gd name="connsiteX85" fmla="*/ 4071131 w 5305156"/>
              <a:gd name="connsiteY85" fmla="*/ 2958366 h 6858000"/>
              <a:gd name="connsiteX86" fmla="*/ 4064809 w 5305156"/>
              <a:gd name="connsiteY86" fmla="*/ 2969406 h 6858000"/>
              <a:gd name="connsiteX87" fmla="*/ 4070428 w 5305156"/>
              <a:gd name="connsiteY87" fmla="*/ 2957578 h 6858000"/>
              <a:gd name="connsiteX88" fmla="*/ 3986848 w 5305156"/>
              <a:gd name="connsiteY88" fmla="*/ 2885030 h 6858000"/>
              <a:gd name="connsiteX89" fmla="*/ 3986848 w 5305156"/>
              <a:gd name="connsiteY89" fmla="*/ 2538851 h 6858000"/>
              <a:gd name="connsiteX90" fmla="*/ 4652674 w 5305156"/>
              <a:gd name="connsiteY90" fmla="*/ 1598885 h 6858000"/>
              <a:gd name="connsiteX91" fmla="*/ 4972945 w 5305156"/>
              <a:gd name="connsiteY91" fmla="*/ 1878036 h 6858000"/>
              <a:gd name="connsiteX92" fmla="*/ 4647758 w 5305156"/>
              <a:gd name="connsiteY92" fmla="*/ 2155610 h 6858000"/>
              <a:gd name="connsiteX93" fmla="*/ 4538894 w 5305156"/>
              <a:gd name="connsiteY93" fmla="*/ 2060983 h 6858000"/>
              <a:gd name="connsiteX94" fmla="*/ 4533275 w 5305156"/>
              <a:gd name="connsiteY94" fmla="*/ 2072022 h 6858000"/>
              <a:gd name="connsiteX95" fmla="*/ 4642139 w 5305156"/>
              <a:gd name="connsiteY95" fmla="*/ 2166650 h 6858000"/>
              <a:gd name="connsiteX96" fmla="*/ 4642139 w 5305156"/>
              <a:gd name="connsiteY96" fmla="*/ 2513617 h 6858000"/>
              <a:gd name="connsiteX97" fmla="*/ 4408960 w 5305156"/>
              <a:gd name="connsiteY97" fmla="*/ 2310168 h 6858000"/>
              <a:gd name="connsiteX98" fmla="*/ 4402639 w 5305156"/>
              <a:gd name="connsiteY98" fmla="*/ 2322785 h 6858000"/>
              <a:gd name="connsiteX99" fmla="*/ 4640032 w 5305156"/>
              <a:gd name="connsiteY99" fmla="*/ 2530177 h 6858000"/>
              <a:gd name="connsiteX100" fmla="*/ 4314845 w 5305156"/>
              <a:gd name="connsiteY100" fmla="*/ 2807751 h 6858000"/>
              <a:gd name="connsiteX101" fmla="*/ 4201064 w 5305156"/>
              <a:gd name="connsiteY101" fmla="*/ 2708392 h 6858000"/>
              <a:gd name="connsiteX102" fmla="*/ 3991063 w 5305156"/>
              <a:gd name="connsiteY102" fmla="*/ 2525446 h 6858000"/>
              <a:gd name="connsiteX103" fmla="*/ 4316249 w 5305156"/>
              <a:gd name="connsiteY103" fmla="*/ 2247872 h 6858000"/>
              <a:gd name="connsiteX104" fmla="*/ 4401936 w 5305156"/>
              <a:gd name="connsiteY104" fmla="*/ 2322785 h 6858000"/>
              <a:gd name="connsiteX105" fmla="*/ 4408257 w 5305156"/>
              <a:gd name="connsiteY105" fmla="*/ 2310168 h 6858000"/>
              <a:gd name="connsiteX106" fmla="*/ 4319762 w 5305156"/>
              <a:gd name="connsiteY106" fmla="*/ 2232889 h 6858000"/>
              <a:gd name="connsiteX107" fmla="*/ 4319762 w 5305156"/>
              <a:gd name="connsiteY107" fmla="*/ 1885922 h 6858000"/>
              <a:gd name="connsiteX108" fmla="*/ 4532573 w 5305156"/>
              <a:gd name="connsiteY108" fmla="*/ 2072022 h 6858000"/>
              <a:gd name="connsiteX109" fmla="*/ 4538894 w 5305156"/>
              <a:gd name="connsiteY109" fmla="*/ 2060194 h 6858000"/>
              <a:gd name="connsiteX110" fmla="*/ 4327487 w 5305156"/>
              <a:gd name="connsiteY110" fmla="*/ 1876459 h 6858000"/>
              <a:gd name="connsiteX111" fmla="*/ 4652674 w 5305156"/>
              <a:gd name="connsiteY111" fmla="*/ 1598885 h 6858000"/>
              <a:gd name="connsiteX112" fmla="*/ 3986848 w 5305156"/>
              <a:gd name="connsiteY112" fmla="*/ 1238512 h 6858000"/>
              <a:gd name="connsiteX113" fmla="*/ 4209493 w 5305156"/>
              <a:gd name="connsiteY113" fmla="*/ 1432499 h 6858000"/>
              <a:gd name="connsiteX114" fmla="*/ 4309226 w 5305156"/>
              <a:gd name="connsiteY114" fmla="*/ 1519240 h 6858000"/>
              <a:gd name="connsiteX115" fmla="*/ 4309226 w 5305156"/>
              <a:gd name="connsiteY115" fmla="*/ 1865419 h 6858000"/>
              <a:gd name="connsiteX116" fmla="*/ 4066916 w 5305156"/>
              <a:gd name="connsiteY116" fmla="*/ 1654085 h 6858000"/>
              <a:gd name="connsiteX117" fmla="*/ 4059892 w 5305156"/>
              <a:gd name="connsiteY117" fmla="*/ 1665124 h 6858000"/>
              <a:gd name="connsiteX118" fmla="*/ 4304309 w 5305156"/>
              <a:gd name="connsiteY118" fmla="*/ 1878036 h 6858000"/>
              <a:gd name="connsiteX119" fmla="*/ 3979123 w 5305156"/>
              <a:gd name="connsiteY119" fmla="*/ 2155610 h 6858000"/>
              <a:gd name="connsiteX120" fmla="*/ 3828118 w 5305156"/>
              <a:gd name="connsiteY120" fmla="*/ 2023920 h 6858000"/>
              <a:gd name="connsiteX121" fmla="*/ 3658852 w 5305156"/>
              <a:gd name="connsiteY121" fmla="*/ 1876459 h 6858000"/>
              <a:gd name="connsiteX122" fmla="*/ 3984040 w 5305156"/>
              <a:gd name="connsiteY122" fmla="*/ 1598885 h 6858000"/>
              <a:gd name="connsiteX123" fmla="*/ 4059191 w 5305156"/>
              <a:gd name="connsiteY123" fmla="*/ 1664336 h 6858000"/>
              <a:gd name="connsiteX124" fmla="*/ 4066214 w 5305156"/>
              <a:gd name="connsiteY124" fmla="*/ 1654085 h 6858000"/>
              <a:gd name="connsiteX125" fmla="*/ 3986848 w 5305156"/>
              <a:gd name="connsiteY125" fmla="*/ 1585480 h 6858000"/>
              <a:gd name="connsiteX126" fmla="*/ 3986848 w 5305156"/>
              <a:gd name="connsiteY126" fmla="*/ 1238512 h 6858000"/>
              <a:gd name="connsiteX127" fmla="*/ 4316249 w 5305156"/>
              <a:gd name="connsiteY127" fmla="*/ 947533 h 6858000"/>
              <a:gd name="connsiteX128" fmla="*/ 4640032 w 5305156"/>
              <a:gd name="connsiteY128" fmla="*/ 1230627 h 6858000"/>
              <a:gd name="connsiteX129" fmla="*/ 4314845 w 5305156"/>
              <a:gd name="connsiteY129" fmla="*/ 1508201 h 6858000"/>
              <a:gd name="connsiteX130" fmla="*/ 4216517 w 5305156"/>
              <a:gd name="connsiteY130" fmla="*/ 1422247 h 6858000"/>
              <a:gd name="connsiteX131" fmla="*/ 4209493 w 5305156"/>
              <a:gd name="connsiteY131" fmla="*/ 1432499 h 6858000"/>
              <a:gd name="connsiteX132" fmla="*/ 4215814 w 5305156"/>
              <a:gd name="connsiteY132" fmla="*/ 1421459 h 6858000"/>
              <a:gd name="connsiteX133" fmla="*/ 3991063 w 5305156"/>
              <a:gd name="connsiteY133" fmla="*/ 1225107 h 6858000"/>
              <a:gd name="connsiteX134" fmla="*/ 4316249 w 5305156"/>
              <a:gd name="connsiteY134" fmla="*/ 947533 h 6858000"/>
              <a:gd name="connsiteX135" fmla="*/ 3979825 w 5305156"/>
              <a:gd name="connsiteY135" fmla="*/ 296181 h 6858000"/>
              <a:gd name="connsiteX136" fmla="*/ 4304309 w 5305156"/>
              <a:gd name="connsiteY136" fmla="*/ 578486 h 6858000"/>
              <a:gd name="connsiteX137" fmla="*/ 3979123 w 5305156"/>
              <a:gd name="connsiteY137" fmla="*/ 856060 h 6858000"/>
              <a:gd name="connsiteX138" fmla="*/ 3654638 w 5305156"/>
              <a:gd name="connsiteY138" fmla="*/ 573754 h 6858000"/>
              <a:gd name="connsiteX139" fmla="*/ 3970694 w 5305156"/>
              <a:gd name="connsiteY139" fmla="*/ 304066 h 6858000"/>
              <a:gd name="connsiteX140" fmla="*/ 3979825 w 5305156"/>
              <a:gd name="connsiteY140" fmla="*/ 296181 h 6858000"/>
              <a:gd name="connsiteX141" fmla="*/ 4078431 w 5305156"/>
              <a:gd name="connsiteY141" fmla="*/ 0 h 6858000"/>
              <a:gd name="connsiteX142" fmla="*/ 4556976 w 5305156"/>
              <a:gd name="connsiteY142" fmla="*/ 0 h 6858000"/>
              <a:gd name="connsiteX143" fmla="*/ 4541616 w 5305156"/>
              <a:gd name="connsiteY143" fmla="*/ 13087 h 6858000"/>
              <a:gd name="connsiteX144" fmla="*/ 4314845 w 5305156"/>
              <a:gd name="connsiteY144" fmla="*/ 206284 h 6858000"/>
              <a:gd name="connsiteX145" fmla="*/ 4145929 w 5305156"/>
              <a:gd name="connsiteY145" fmla="*/ 58896 h 6858000"/>
              <a:gd name="connsiteX146" fmla="*/ 3986848 w 5305156"/>
              <a:gd name="connsiteY146" fmla="*/ 0 h 6858000"/>
              <a:gd name="connsiteX147" fmla="*/ 4059455 w 5305156"/>
              <a:gd name="connsiteY147" fmla="*/ 0 h 6858000"/>
              <a:gd name="connsiteX148" fmla="*/ 4076924 w 5305156"/>
              <a:gd name="connsiteY148" fmla="*/ 15255 h 6858000"/>
              <a:gd name="connsiteX149" fmla="*/ 4309226 w 5305156"/>
              <a:gd name="connsiteY149" fmla="*/ 218113 h 6858000"/>
              <a:gd name="connsiteX150" fmla="*/ 4309226 w 5305156"/>
              <a:gd name="connsiteY150" fmla="*/ 564292 h 6858000"/>
              <a:gd name="connsiteX151" fmla="*/ 3986848 w 5305156"/>
              <a:gd name="connsiteY151" fmla="*/ 283564 h 6858000"/>
              <a:gd name="connsiteX152" fmla="*/ 3986848 w 5305156"/>
              <a:gd name="connsiteY152" fmla="*/ 84404 h 6858000"/>
              <a:gd name="connsiteX153" fmla="*/ 0 w 5305156"/>
              <a:gd name="connsiteY153" fmla="*/ 0 h 6858000"/>
              <a:gd name="connsiteX154" fmla="*/ 3038475 w 5305156"/>
              <a:gd name="connsiteY154" fmla="*/ 0 h 6858000"/>
              <a:gd name="connsiteX155" fmla="*/ 3975611 w 5305156"/>
              <a:gd name="connsiteY155" fmla="*/ 0 h 6858000"/>
              <a:gd name="connsiteX156" fmla="*/ 3975611 w 5305156"/>
              <a:gd name="connsiteY156" fmla="*/ 1953 h 6858000"/>
              <a:gd name="connsiteX157" fmla="*/ 3975611 w 5305156"/>
              <a:gd name="connsiteY157" fmla="*/ 283564 h 6858000"/>
              <a:gd name="connsiteX158" fmla="*/ 3961564 w 5305156"/>
              <a:gd name="connsiteY158" fmla="*/ 295392 h 6858000"/>
              <a:gd name="connsiteX159" fmla="*/ 3970694 w 5305156"/>
              <a:gd name="connsiteY159" fmla="*/ 304066 h 6858000"/>
              <a:gd name="connsiteX160" fmla="*/ 3960862 w 5305156"/>
              <a:gd name="connsiteY160" fmla="*/ 295392 h 6858000"/>
              <a:gd name="connsiteX161" fmla="*/ 3639186 w 5305156"/>
              <a:gd name="connsiteY161" fmla="*/ 570600 h 6858000"/>
              <a:gd name="connsiteX162" fmla="*/ 3639186 w 5305156"/>
              <a:gd name="connsiteY162" fmla="*/ 589526 h 6858000"/>
              <a:gd name="connsiteX163" fmla="*/ 3651126 w 5305156"/>
              <a:gd name="connsiteY163" fmla="*/ 599777 h 6858000"/>
              <a:gd name="connsiteX164" fmla="*/ 3651126 w 5305156"/>
              <a:gd name="connsiteY164" fmla="*/ 587160 h 6858000"/>
              <a:gd name="connsiteX165" fmla="*/ 3972801 w 5305156"/>
              <a:gd name="connsiteY165" fmla="*/ 867888 h 6858000"/>
              <a:gd name="connsiteX166" fmla="*/ 3972801 w 5305156"/>
              <a:gd name="connsiteY166" fmla="*/ 1214067 h 6858000"/>
              <a:gd name="connsiteX167" fmla="*/ 3651126 w 5305156"/>
              <a:gd name="connsiteY167" fmla="*/ 933339 h 6858000"/>
              <a:gd name="connsiteX168" fmla="*/ 3651126 w 5305156"/>
              <a:gd name="connsiteY168" fmla="*/ 600566 h 6858000"/>
              <a:gd name="connsiteX169" fmla="*/ 3639186 w 5305156"/>
              <a:gd name="connsiteY169" fmla="*/ 590314 h 6858000"/>
              <a:gd name="connsiteX170" fmla="*/ 3639186 w 5305156"/>
              <a:gd name="connsiteY170" fmla="*/ 938859 h 6858000"/>
              <a:gd name="connsiteX171" fmla="*/ 3306976 w 5305156"/>
              <a:gd name="connsiteY171" fmla="*/ 1221952 h 6858000"/>
              <a:gd name="connsiteX172" fmla="*/ 3306976 w 5305156"/>
              <a:gd name="connsiteY172" fmla="*/ 1591788 h 6858000"/>
              <a:gd name="connsiteX173" fmla="*/ 3624438 w 5305156"/>
              <a:gd name="connsiteY173" fmla="*/ 1867785 h 6858000"/>
              <a:gd name="connsiteX174" fmla="*/ 3624438 w 5305156"/>
              <a:gd name="connsiteY174" fmla="*/ 1851225 h 6858000"/>
              <a:gd name="connsiteX175" fmla="*/ 3318214 w 5305156"/>
              <a:gd name="connsiteY175" fmla="*/ 1585480 h 6858000"/>
              <a:gd name="connsiteX176" fmla="*/ 3318214 w 5305156"/>
              <a:gd name="connsiteY176" fmla="*/ 1238512 h 6858000"/>
              <a:gd name="connsiteX177" fmla="*/ 3624438 w 5305156"/>
              <a:gd name="connsiteY177" fmla="*/ 1505046 h 6858000"/>
              <a:gd name="connsiteX178" fmla="*/ 3624438 w 5305156"/>
              <a:gd name="connsiteY178" fmla="*/ 1488487 h 6858000"/>
              <a:gd name="connsiteX179" fmla="*/ 3322428 w 5305156"/>
              <a:gd name="connsiteY179" fmla="*/ 1225107 h 6858000"/>
              <a:gd name="connsiteX180" fmla="*/ 3647615 w 5305156"/>
              <a:gd name="connsiteY180" fmla="*/ 947533 h 6858000"/>
              <a:gd name="connsiteX181" fmla="*/ 3972100 w 5305156"/>
              <a:gd name="connsiteY181" fmla="*/ 1230627 h 6858000"/>
              <a:gd name="connsiteX182" fmla="*/ 3646912 w 5305156"/>
              <a:gd name="connsiteY182" fmla="*/ 1508201 h 6858000"/>
              <a:gd name="connsiteX183" fmla="*/ 3625139 w 5305156"/>
              <a:gd name="connsiteY183" fmla="*/ 1489275 h 6858000"/>
              <a:gd name="connsiteX184" fmla="*/ 3625139 w 5305156"/>
              <a:gd name="connsiteY184" fmla="*/ 1505835 h 6858000"/>
              <a:gd name="connsiteX185" fmla="*/ 3640591 w 5305156"/>
              <a:gd name="connsiteY185" fmla="*/ 1519240 h 6858000"/>
              <a:gd name="connsiteX186" fmla="*/ 3640591 w 5305156"/>
              <a:gd name="connsiteY186" fmla="*/ 1865419 h 6858000"/>
              <a:gd name="connsiteX187" fmla="*/ 3625139 w 5305156"/>
              <a:gd name="connsiteY187" fmla="*/ 1852014 h 6858000"/>
              <a:gd name="connsiteX188" fmla="*/ 3625139 w 5305156"/>
              <a:gd name="connsiteY188" fmla="*/ 1868573 h 6858000"/>
              <a:gd name="connsiteX189" fmla="*/ 3639186 w 5305156"/>
              <a:gd name="connsiteY189" fmla="*/ 1881190 h 6858000"/>
              <a:gd name="connsiteX190" fmla="*/ 3639186 w 5305156"/>
              <a:gd name="connsiteY190" fmla="*/ 2058617 h 6858000"/>
              <a:gd name="connsiteX191" fmla="*/ 3651126 w 5305156"/>
              <a:gd name="connsiteY191" fmla="*/ 2060194 h 6858000"/>
              <a:gd name="connsiteX192" fmla="*/ 3651126 w 5305156"/>
              <a:gd name="connsiteY192" fmla="*/ 1885922 h 6858000"/>
              <a:gd name="connsiteX193" fmla="*/ 3821095 w 5305156"/>
              <a:gd name="connsiteY193" fmla="*/ 2034172 h 6858000"/>
              <a:gd name="connsiteX194" fmla="*/ 3828118 w 5305156"/>
              <a:gd name="connsiteY194" fmla="*/ 2023920 h 6858000"/>
              <a:gd name="connsiteX195" fmla="*/ 3821095 w 5305156"/>
              <a:gd name="connsiteY195" fmla="*/ 2034960 h 6858000"/>
              <a:gd name="connsiteX196" fmla="*/ 3972801 w 5305156"/>
              <a:gd name="connsiteY196" fmla="*/ 2166650 h 6858000"/>
              <a:gd name="connsiteX197" fmla="*/ 3972801 w 5305156"/>
              <a:gd name="connsiteY197" fmla="*/ 2513617 h 6858000"/>
              <a:gd name="connsiteX198" fmla="*/ 3651126 w 5305156"/>
              <a:gd name="connsiteY198" fmla="*/ 2232889 h 6858000"/>
              <a:gd name="connsiteX199" fmla="*/ 3651126 w 5305156"/>
              <a:gd name="connsiteY199" fmla="*/ 2060983 h 6858000"/>
              <a:gd name="connsiteX200" fmla="*/ 3639186 w 5305156"/>
              <a:gd name="connsiteY200" fmla="*/ 2059405 h 6858000"/>
              <a:gd name="connsiteX201" fmla="*/ 3639186 w 5305156"/>
              <a:gd name="connsiteY201" fmla="*/ 2238409 h 6858000"/>
              <a:gd name="connsiteX202" fmla="*/ 3423566 w 5305156"/>
              <a:gd name="connsiteY202" fmla="*/ 2422144 h 6858000"/>
              <a:gd name="connsiteX203" fmla="*/ 3435506 w 5305156"/>
              <a:gd name="connsiteY203" fmla="*/ 2428452 h 6858000"/>
              <a:gd name="connsiteX204" fmla="*/ 3647615 w 5305156"/>
              <a:gd name="connsiteY204" fmla="*/ 2247872 h 6858000"/>
              <a:gd name="connsiteX205" fmla="*/ 3972100 w 5305156"/>
              <a:gd name="connsiteY205" fmla="*/ 2530177 h 6858000"/>
              <a:gd name="connsiteX206" fmla="*/ 3646912 w 5305156"/>
              <a:gd name="connsiteY206" fmla="*/ 2807751 h 6858000"/>
              <a:gd name="connsiteX207" fmla="*/ 3322428 w 5305156"/>
              <a:gd name="connsiteY207" fmla="*/ 2525446 h 6858000"/>
              <a:gd name="connsiteX208" fmla="*/ 3434803 w 5305156"/>
              <a:gd name="connsiteY208" fmla="*/ 2429241 h 6858000"/>
              <a:gd name="connsiteX209" fmla="*/ 3422863 w 5305156"/>
              <a:gd name="connsiteY209" fmla="*/ 2422933 h 6858000"/>
              <a:gd name="connsiteX210" fmla="*/ 3306976 w 5305156"/>
              <a:gd name="connsiteY210" fmla="*/ 2522291 h 6858000"/>
              <a:gd name="connsiteX211" fmla="*/ 3306976 w 5305156"/>
              <a:gd name="connsiteY211" fmla="*/ 2773054 h 6858000"/>
              <a:gd name="connsiteX212" fmla="*/ 3318214 w 5305156"/>
              <a:gd name="connsiteY212" fmla="*/ 2778574 h 6858000"/>
              <a:gd name="connsiteX213" fmla="*/ 3318214 w 5305156"/>
              <a:gd name="connsiteY213" fmla="*/ 2538851 h 6858000"/>
              <a:gd name="connsiteX214" fmla="*/ 3640591 w 5305156"/>
              <a:gd name="connsiteY214" fmla="*/ 2819579 h 6858000"/>
              <a:gd name="connsiteX215" fmla="*/ 3640591 w 5305156"/>
              <a:gd name="connsiteY215" fmla="*/ 3165758 h 6858000"/>
              <a:gd name="connsiteX216" fmla="*/ 3318214 w 5305156"/>
              <a:gd name="connsiteY216" fmla="*/ 2885030 h 6858000"/>
              <a:gd name="connsiteX217" fmla="*/ 3318214 w 5305156"/>
              <a:gd name="connsiteY217" fmla="*/ 2779363 h 6858000"/>
              <a:gd name="connsiteX218" fmla="*/ 3306976 w 5305156"/>
              <a:gd name="connsiteY218" fmla="*/ 2773843 h 6858000"/>
              <a:gd name="connsiteX219" fmla="*/ 3306976 w 5305156"/>
              <a:gd name="connsiteY219" fmla="*/ 2891339 h 6858000"/>
              <a:gd name="connsiteX220" fmla="*/ 3646210 w 5305156"/>
              <a:gd name="connsiteY220" fmla="*/ 3187049 h 6858000"/>
              <a:gd name="connsiteX221" fmla="*/ 3984040 w 5305156"/>
              <a:gd name="connsiteY221" fmla="*/ 2899224 h 6858000"/>
              <a:gd name="connsiteX222" fmla="*/ 4064809 w 5305156"/>
              <a:gd name="connsiteY222" fmla="*/ 2969406 h 6858000"/>
              <a:gd name="connsiteX223" fmla="*/ 4307822 w 5305156"/>
              <a:gd name="connsiteY223" fmla="*/ 3180741 h 6858000"/>
              <a:gd name="connsiteX224" fmla="*/ 4307822 w 5305156"/>
              <a:gd name="connsiteY224" fmla="*/ 3519034 h 6858000"/>
              <a:gd name="connsiteX225" fmla="*/ 4319762 w 5305156"/>
              <a:gd name="connsiteY225" fmla="*/ 3519034 h 6858000"/>
              <a:gd name="connsiteX226" fmla="*/ 4319762 w 5305156"/>
              <a:gd name="connsiteY226" fmla="*/ 3500109 h 6858000"/>
              <a:gd name="connsiteX227" fmla="*/ 4319762 w 5305156"/>
              <a:gd name="connsiteY227" fmla="*/ 3186261 h 6858000"/>
              <a:gd name="connsiteX228" fmla="*/ 4642139 w 5305156"/>
              <a:gd name="connsiteY228" fmla="*/ 3466989 h 6858000"/>
              <a:gd name="connsiteX229" fmla="*/ 4642139 w 5305156"/>
              <a:gd name="connsiteY229" fmla="*/ 3495377 h 6858000"/>
              <a:gd name="connsiteX230" fmla="*/ 4642139 w 5305156"/>
              <a:gd name="connsiteY230" fmla="*/ 3812379 h 6858000"/>
              <a:gd name="connsiteX231" fmla="*/ 4319762 w 5305156"/>
              <a:gd name="connsiteY231" fmla="*/ 3532439 h 6858000"/>
              <a:gd name="connsiteX232" fmla="*/ 4319762 w 5305156"/>
              <a:gd name="connsiteY232" fmla="*/ 3519822 h 6858000"/>
              <a:gd name="connsiteX233" fmla="*/ 4307822 w 5305156"/>
              <a:gd name="connsiteY233" fmla="*/ 3519822 h 6858000"/>
              <a:gd name="connsiteX234" fmla="*/ 4307822 w 5305156"/>
              <a:gd name="connsiteY234" fmla="*/ 3531651 h 6858000"/>
              <a:gd name="connsiteX235" fmla="*/ 4293775 w 5305156"/>
              <a:gd name="connsiteY235" fmla="*/ 3543479 h 6858000"/>
              <a:gd name="connsiteX236" fmla="*/ 4302905 w 5305156"/>
              <a:gd name="connsiteY236" fmla="*/ 3552154 h 6858000"/>
              <a:gd name="connsiteX237" fmla="*/ 4293072 w 5305156"/>
              <a:gd name="connsiteY237" fmla="*/ 3544268 h 6858000"/>
              <a:gd name="connsiteX238" fmla="*/ 3971397 w 5305156"/>
              <a:gd name="connsiteY238" fmla="*/ 3818688 h 6858000"/>
              <a:gd name="connsiteX239" fmla="*/ 3971397 w 5305156"/>
              <a:gd name="connsiteY239" fmla="*/ 3838402 h 6858000"/>
              <a:gd name="connsiteX240" fmla="*/ 3983337 w 5305156"/>
              <a:gd name="connsiteY240" fmla="*/ 3848653 h 6858000"/>
              <a:gd name="connsiteX241" fmla="*/ 3983337 w 5305156"/>
              <a:gd name="connsiteY241" fmla="*/ 3835248 h 6858000"/>
              <a:gd name="connsiteX242" fmla="*/ 4305715 w 5305156"/>
              <a:gd name="connsiteY242" fmla="*/ 4115975 h 6858000"/>
              <a:gd name="connsiteX243" fmla="*/ 4305715 w 5305156"/>
              <a:gd name="connsiteY243" fmla="*/ 4462154 h 6858000"/>
              <a:gd name="connsiteX244" fmla="*/ 3983337 w 5305156"/>
              <a:gd name="connsiteY244" fmla="*/ 4182215 h 6858000"/>
              <a:gd name="connsiteX245" fmla="*/ 3983337 w 5305156"/>
              <a:gd name="connsiteY245" fmla="*/ 3849441 h 6858000"/>
              <a:gd name="connsiteX246" fmla="*/ 3971397 w 5305156"/>
              <a:gd name="connsiteY246" fmla="*/ 3839190 h 6858000"/>
              <a:gd name="connsiteX247" fmla="*/ 3971397 w 5305156"/>
              <a:gd name="connsiteY247" fmla="*/ 4186946 h 6858000"/>
              <a:gd name="connsiteX248" fmla="*/ 3639186 w 5305156"/>
              <a:gd name="connsiteY248" fmla="*/ 4470828 h 6858000"/>
              <a:gd name="connsiteX249" fmla="*/ 3639186 w 5305156"/>
              <a:gd name="connsiteY249" fmla="*/ 4839875 h 6858000"/>
              <a:gd name="connsiteX250" fmla="*/ 3956647 w 5305156"/>
              <a:gd name="connsiteY250" fmla="*/ 5116661 h 6858000"/>
              <a:gd name="connsiteX251" fmla="*/ 3956647 w 5305156"/>
              <a:gd name="connsiteY251" fmla="*/ 5100101 h 6858000"/>
              <a:gd name="connsiteX252" fmla="*/ 3651126 w 5305156"/>
              <a:gd name="connsiteY252" fmla="*/ 4833567 h 6858000"/>
              <a:gd name="connsiteX253" fmla="*/ 3651126 w 5305156"/>
              <a:gd name="connsiteY253" fmla="*/ 4487388 h 6858000"/>
              <a:gd name="connsiteX254" fmla="*/ 3956647 w 5305156"/>
              <a:gd name="connsiteY254" fmla="*/ 4753134 h 6858000"/>
              <a:gd name="connsiteX255" fmla="*/ 3956647 w 5305156"/>
              <a:gd name="connsiteY255" fmla="*/ 4737362 h 6858000"/>
              <a:gd name="connsiteX256" fmla="*/ 3654638 w 5305156"/>
              <a:gd name="connsiteY256" fmla="*/ 4473983 h 6858000"/>
              <a:gd name="connsiteX257" fmla="*/ 3979825 w 5305156"/>
              <a:gd name="connsiteY257" fmla="*/ 4196409 h 6858000"/>
              <a:gd name="connsiteX258" fmla="*/ 4304309 w 5305156"/>
              <a:gd name="connsiteY258" fmla="*/ 4478714 h 6858000"/>
              <a:gd name="connsiteX259" fmla="*/ 3979123 w 5305156"/>
              <a:gd name="connsiteY259" fmla="*/ 4756288 h 6858000"/>
              <a:gd name="connsiteX260" fmla="*/ 3957350 w 5305156"/>
              <a:gd name="connsiteY260" fmla="*/ 4737362 h 6858000"/>
              <a:gd name="connsiteX261" fmla="*/ 3957350 w 5305156"/>
              <a:gd name="connsiteY261" fmla="*/ 4753922 h 6858000"/>
              <a:gd name="connsiteX262" fmla="*/ 3973504 w 5305156"/>
              <a:gd name="connsiteY262" fmla="*/ 4768116 h 6858000"/>
              <a:gd name="connsiteX263" fmla="*/ 3973504 w 5305156"/>
              <a:gd name="connsiteY263" fmla="*/ 5114295 h 6858000"/>
              <a:gd name="connsiteX264" fmla="*/ 3957350 w 5305156"/>
              <a:gd name="connsiteY264" fmla="*/ 5100101 h 6858000"/>
              <a:gd name="connsiteX265" fmla="*/ 3957350 w 5305156"/>
              <a:gd name="connsiteY265" fmla="*/ 5116661 h 6858000"/>
              <a:gd name="connsiteX266" fmla="*/ 3971397 w 5305156"/>
              <a:gd name="connsiteY266" fmla="*/ 5129278 h 6858000"/>
              <a:gd name="connsiteX267" fmla="*/ 3971397 w 5305156"/>
              <a:gd name="connsiteY267" fmla="*/ 5306704 h 6858000"/>
              <a:gd name="connsiteX268" fmla="*/ 3983337 w 5305156"/>
              <a:gd name="connsiteY268" fmla="*/ 5309070 h 6858000"/>
              <a:gd name="connsiteX269" fmla="*/ 3983337 w 5305156"/>
              <a:gd name="connsiteY269" fmla="*/ 5134798 h 6858000"/>
              <a:gd name="connsiteX270" fmla="*/ 4153305 w 5305156"/>
              <a:gd name="connsiteY270" fmla="*/ 5283047 h 6858000"/>
              <a:gd name="connsiteX271" fmla="*/ 4160329 w 5305156"/>
              <a:gd name="connsiteY271" fmla="*/ 5272008 h 6858000"/>
              <a:gd name="connsiteX272" fmla="*/ 3991063 w 5305156"/>
              <a:gd name="connsiteY272" fmla="*/ 5125335 h 6858000"/>
              <a:gd name="connsiteX273" fmla="*/ 4316249 w 5305156"/>
              <a:gd name="connsiteY273" fmla="*/ 4847761 h 6858000"/>
              <a:gd name="connsiteX274" fmla="*/ 4392103 w 5305156"/>
              <a:gd name="connsiteY274" fmla="*/ 4913212 h 6858000"/>
              <a:gd name="connsiteX275" fmla="*/ 4636520 w 5305156"/>
              <a:gd name="connsiteY275" fmla="*/ 5126124 h 6858000"/>
              <a:gd name="connsiteX276" fmla="*/ 4311333 w 5305156"/>
              <a:gd name="connsiteY276" fmla="*/ 5403697 h 6858000"/>
              <a:gd name="connsiteX277" fmla="*/ 4160329 w 5305156"/>
              <a:gd name="connsiteY277" fmla="*/ 5272796 h 6858000"/>
              <a:gd name="connsiteX278" fmla="*/ 4154007 w 5305156"/>
              <a:gd name="connsiteY278" fmla="*/ 5283047 h 6858000"/>
              <a:gd name="connsiteX279" fmla="*/ 4305715 w 5305156"/>
              <a:gd name="connsiteY279" fmla="*/ 5415526 h 6858000"/>
              <a:gd name="connsiteX280" fmla="*/ 4305715 w 5305156"/>
              <a:gd name="connsiteY280" fmla="*/ 5761705 h 6858000"/>
              <a:gd name="connsiteX281" fmla="*/ 3983337 w 5305156"/>
              <a:gd name="connsiteY281" fmla="*/ 5480976 h 6858000"/>
              <a:gd name="connsiteX282" fmla="*/ 3983337 w 5305156"/>
              <a:gd name="connsiteY282" fmla="*/ 5309858 h 6858000"/>
              <a:gd name="connsiteX283" fmla="*/ 3971397 w 5305156"/>
              <a:gd name="connsiteY283" fmla="*/ 5307493 h 6858000"/>
              <a:gd name="connsiteX284" fmla="*/ 3971397 w 5305156"/>
              <a:gd name="connsiteY284" fmla="*/ 5487285 h 6858000"/>
              <a:gd name="connsiteX285" fmla="*/ 3755776 w 5305156"/>
              <a:gd name="connsiteY285" fmla="*/ 5671020 h 6858000"/>
              <a:gd name="connsiteX286" fmla="*/ 3639186 w 5305156"/>
              <a:gd name="connsiteY286" fmla="*/ 5770379 h 6858000"/>
              <a:gd name="connsiteX287" fmla="*/ 3639186 w 5305156"/>
              <a:gd name="connsiteY287" fmla="*/ 6021141 h 6858000"/>
              <a:gd name="connsiteX288" fmla="*/ 3651126 w 5305156"/>
              <a:gd name="connsiteY288" fmla="*/ 6026661 h 6858000"/>
              <a:gd name="connsiteX289" fmla="*/ 3651126 w 5305156"/>
              <a:gd name="connsiteY289" fmla="*/ 5786939 h 6858000"/>
              <a:gd name="connsiteX290" fmla="*/ 3973504 w 5305156"/>
              <a:gd name="connsiteY290" fmla="*/ 6067667 h 6858000"/>
              <a:gd name="connsiteX291" fmla="*/ 3973504 w 5305156"/>
              <a:gd name="connsiteY291" fmla="*/ 6413845 h 6858000"/>
              <a:gd name="connsiteX292" fmla="*/ 3651126 w 5305156"/>
              <a:gd name="connsiteY292" fmla="*/ 6133906 h 6858000"/>
              <a:gd name="connsiteX293" fmla="*/ 3651126 w 5305156"/>
              <a:gd name="connsiteY293" fmla="*/ 6027450 h 6858000"/>
              <a:gd name="connsiteX294" fmla="*/ 3639186 w 5305156"/>
              <a:gd name="connsiteY294" fmla="*/ 6021930 h 6858000"/>
              <a:gd name="connsiteX295" fmla="*/ 3639186 w 5305156"/>
              <a:gd name="connsiteY295" fmla="*/ 6140214 h 6858000"/>
              <a:gd name="connsiteX296" fmla="*/ 3979123 w 5305156"/>
              <a:gd name="connsiteY296" fmla="*/ 6435925 h 6858000"/>
              <a:gd name="connsiteX297" fmla="*/ 4316249 w 5305156"/>
              <a:gd name="connsiteY297" fmla="*/ 6147311 h 6858000"/>
              <a:gd name="connsiteX298" fmla="*/ 4397020 w 5305156"/>
              <a:gd name="connsiteY298" fmla="*/ 6217493 h 6858000"/>
              <a:gd name="connsiteX299" fmla="*/ 4403341 w 5305156"/>
              <a:gd name="connsiteY299" fmla="*/ 6206454 h 6858000"/>
              <a:gd name="connsiteX300" fmla="*/ 4397722 w 5305156"/>
              <a:gd name="connsiteY300" fmla="*/ 6218282 h 6858000"/>
              <a:gd name="connsiteX301" fmla="*/ 4640032 w 5305156"/>
              <a:gd name="connsiteY301" fmla="*/ 6429617 h 6858000"/>
              <a:gd name="connsiteX302" fmla="*/ 4640032 w 5305156"/>
              <a:gd name="connsiteY302" fmla="*/ 6784470 h 6858000"/>
              <a:gd name="connsiteX303" fmla="*/ 4583142 w 5305156"/>
              <a:gd name="connsiteY303" fmla="*/ 6833040 h 6858000"/>
              <a:gd name="connsiteX304" fmla="*/ 4553907 w 5305156"/>
              <a:gd name="connsiteY304" fmla="*/ 6858000 h 6858000"/>
              <a:gd name="connsiteX305" fmla="*/ 3038475 w 5305156"/>
              <a:gd name="connsiteY305" fmla="*/ 6858000 h 6858000"/>
              <a:gd name="connsiteX306" fmla="*/ 0 w 5305156"/>
              <a:gd name="connsiteY30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</a:cxnLst>
            <a:rect l="l" t="t" r="r" b="b"/>
            <a:pathLst>
              <a:path w="5305156" h="6858000">
                <a:moveTo>
                  <a:pt x="4647758" y="6793932"/>
                </a:moveTo>
                <a:cubicBezTo>
                  <a:pt x="4647758" y="6793932"/>
                  <a:pt x="4647758" y="6793932"/>
                  <a:pt x="4720099" y="6857017"/>
                </a:cubicBezTo>
                <a:lnTo>
                  <a:pt x="4721226" y="6858000"/>
                </a:lnTo>
                <a:lnTo>
                  <a:pt x="4572862" y="6858000"/>
                </a:lnTo>
                <a:lnTo>
                  <a:pt x="4579542" y="6852286"/>
                </a:lnTo>
                <a:cubicBezTo>
                  <a:pt x="4596135" y="6838092"/>
                  <a:pt x="4618259" y="6819166"/>
                  <a:pt x="4647758" y="6793932"/>
                </a:cubicBezTo>
                <a:close/>
                <a:moveTo>
                  <a:pt x="4651972" y="6434348"/>
                </a:moveTo>
                <a:cubicBezTo>
                  <a:pt x="4651972" y="6434348"/>
                  <a:pt x="4651972" y="6434348"/>
                  <a:pt x="4974349" y="6715076"/>
                </a:cubicBezTo>
                <a:cubicBezTo>
                  <a:pt x="4974349" y="6715076"/>
                  <a:pt x="4974349" y="6715076"/>
                  <a:pt x="4974349" y="6799592"/>
                </a:cubicBezTo>
                <a:lnTo>
                  <a:pt x="4974349" y="6858000"/>
                </a:lnTo>
                <a:lnTo>
                  <a:pt x="4741003" y="6858000"/>
                </a:lnTo>
                <a:lnTo>
                  <a:pt x="4736254" y="6853863"/>
                </a:lnTo>
                <a:cubicBezTo>
                  <a:pt x="4731338" y="6854652"/>
                  <a:pt x="4725718" y="6856229"/>
                  <a:pt x="4720099" y="6857017"/>
                </a:cubicBezTo>
                <a:cubicBezTo>
                  <a:pt x="4725718" y="6855440"/>
                  <a:pt x="4730635" y="6854652"/>
                  <a:pt x="4735551" y="6853075"/>
                </a:cubicBezTo>
                <a:cubicBezTo>
                  <a:pt x="4735551" y="6853075"/>
                  <a:pt x="4735551" y="6853075"/>
                  <a:pt x="4651972" y="6780527"/>
                </a:cubicBezTo>
                <a:cubicBezTo>
                  <a:pt x="4651972" y="6780527"/>
                  <a:pt x="4651972" y="6780527"/>
                  <a:pt x="4651972" y="6434348"/>
                </a:cubicBezTo>
                <a:close/>
                <a:moveTo>
                  <a:pt x="4319762" y="5786939"/>
                </a:moveTo>
                <a:cubicBezTo>
                  <a:pt x="4319762" y="5786939"/>
                  <a:pt x="4319762" y="5786939"/>
                  <a:pt x="4527656" y="5968308"/>
                </a:cubicBezTo>
                <a:cubicBezTo>
                  <a:pt x="4527656" y="5968308"/>
                  <a:pt x="4527656" y="5968308"/>
                  <a:pt x="4642139" y="6067667"/>
                </a:cubicBezTo>
                <a:cubicBezTo>
                  <a:pt x="4642139" y="6067667"/>
                  <a:pt x="4642139" y="6067667"/>
                  <a:pt x="4642139" y="6413845"/>
                </a:cubicBezTo>
                <a:cubicBezTo>
                  <a:pt x="4642139" y="6413845"/>
                  <a:pt x="4642139" y="6413845"/>
                  <a:pt x="4403341" y="6206454"/>
                </a:cubicBezTo>
                <a:cubicBezTo>
                  <a:pt x="4403341" y="6206454"/>
                  <a:pt x="4403341" y="6206454"/>
                  <a:pt x="4319762" y="6133906"/>
                </a:cubicBezTo>
                <a:cubicBezTo>
                  <a:pt x="4319762" y="6133906"/>
                  <a:pt x="4319762" y="6133906"/>
                  <a:pt x="4319762" y="5786939"/>
                </a:cubicBezTo>
                <a:close/>
                <a:moveTo>
                  <a:pt x="3755776" y="5671020"/>
                </a:moveTo>
                <a:cubicBezTo>
                  <a:pt x="3767716" y="5677328"/>
                  <a:pt x="3767716" y="5677328"/>
                  <a:pt x="3767716" y="5677328"/>
                </a:cubicBezTo>
                <a:cubicBezTo>
                  <a:pt x="3755776" y="5671020"/>
                  <a:pt x="3755776" y="5671020"/>
                  <a:pt x="3755776" y="5671020"/>
                </a:cubicBezTo>
                <a:close/>
                <a:moveTo>
                  <a:pt x="3979825" y="5495959"/>
                </a:moveTo>
                <a:cubicBezTo>
                  <a:pt x="3979825" y="5495959"/>
                  <a:pt x="3979825" y="5495959"/>
                  <a:pt x="4304309" y="5779053"/>
                </a:cubicBezTo>
                <a:cubicBezTo>
                  <a:pt x="4304309" y="5779053"/>
                  <a:pt x="4304309" y="5779053"/>
                  <a:pt x="3979123" y="6056627"/>
                </a:cubicBezTo>
                <a:cubicBezTo>
                  <a:pt x="3979123" y="6056627"/>
                  <a:pt x="3979123" y="6056627"/>
                  <a:pt x="3654638" y="5773533"/>
                </a:cubicBezTo>
                <a:cubicBezTo>
                  <a:pt x="3654638" y="5773533"/>
                  <a:pt x="3654638" y="5773533"/>
                  <a:pt x="3767716" y="5677328"/>
                </a:cubicBezTo>
                <a:cubicBezTo>
                  <a:pt x="3767716" y="5677328"/>
                  <a:pt x="3767716" y="5677328"/>
                  <a:pt x="3979825" y="5495959"/>
                </a:cubicBezTo>
                <a:close/>
                <a:moveTo>
                  <a:pt x="4984885" y="4847761"/>
                </a:moveTo>
                <a:cubicBezTo>
                  <a:pt x="4984885" y="4847761"/>
                  <a:pt x="4984885" y="4847761"/>
                  <a:pt x="5305156" y="5126124"/>
                </a:cubicBezTo>
                <a:cubicBezTo>
                  <a:pt x="5305156" y="5126124"/>
                  <a:pt x="5305156" y="5126124"/>
                  <a:pt x="4979968" y="5403697"/>
                </a:cubicBezTo>
                <a:cubicBezTo>
                  <a:pt x="4979968" y="5403697"/>
                  <a:pt x="4979968" y="5403697"/>
                  <a:pt x="4871807" y="5309070"/>
                </a:cubicBezTo>
                <a:cubicBezTo>
                  <a:pt x="4871807" y="5309070"/>
                  <a:pt x="4871807" y="5309070"/>
                  <a:pt x="4865486" y="5320898"/>
                </a:cubicBezTo>
                <a:cubicBezTo>
                  <a:pt x="4865486" y="5320898"/>
                  <a:pt x="4865486" y="5320898"/>
                  <a:pt x="4974349" y="5415526"/>
                </a:cubicBezTo>
                <a:cubicBezTo>
                  <a:pt x="4974349" y="5415526"/>
                  <a:pt x="4974349" y="5415526"/>
                  <a:pt x="4974349" y="5761705"/>
                </a:cubicBezTo>
                <a:cubicBezTo>
                  <a:pt x="4974349" y="5761705"/>
                  <a:pt x="4974349" y="5761705"/>
                  <a:pt x="4741170" y="5559044"/>
                </a:cubicBezTo>
                <a:cubicBezTo>
                  <a:pt x="4741170" y="5559044"/>
                  <a:pt x="4741170" y="5559044"/>
                  <a:pt x="4734849" y="5571661"/>
                </a:cubicBezTo>
                <a:cubicBezTo>
                  <a:pt x="4734849" y="5571661"/>
                  <a:pt x="4734849" y="5571661"/>
                  <a:pt x="4972945" y="5779053"/>
                </a:cubicBezTo>
                <a:cubicBezTo>
                  <a:pt x="4972945" y="5779053"/>
                  <a:pt x="4972945" y="5779053"/>
                  <a:pt x="4647758" y="6056627"/>
                </a:cubicBezTo>
                <a:cubicBezTo>
                  <a:pt x="4647758" y="6056627"/>
                  <a:pt x="4647758" y="6056627"/>
                  <a:pt x="4533978" y="5957268"/>
                </a:cubicBezTo>
                <a:cubicBezTo>
                  <a:pt x="4533978" y="5957268"/>
                  <a:pt x="4533978" y="5957268"/>
                  <a:pt x="4527656" y="5968308"/>
                </a:cubicBezTo>
                <a:cubicBezTo>
                  <a:pt x="4527656" y="5968308"/>
                  <a:pt x="4527656" y="5968308"/>
                  <a:pt x="4533275" y="5956479"/>
                </a:cubicBezTo>
                <a:cubicBezTo>
                  <a:pt x="4533275" y="5956479"/>
                  <a:pt x="4533275" y="5956479"/>
                  <a:pt x="4323273" y="5773533"/>
                </a:cubicBezTo>
                <a:cubicBezTo>
                  <a:pt x="4323273" y="5773533"/>
                  <a:pt x="4323273" y="5773533"/>
                  <a:pt x="4648460" y="5495959"/>
                </a:cubicBezTo>
                <a:cubicBezTo>
                  <a:pt x="4648460" y="5495959"/>
                  <a:pt x="4648460" y="5495959"/>
                  <a:pt x="4734146" y="5570873"/>
                </a:cubicBezTo>
                <a:cubicBezTo>
                  <a:pt x="4734146" y="5570873"/>
                  <a:pt x="4734146" y="5570873"/>
                  <a:pt x="4741170" y="5558256"/>
                </a:cubicBezTo>
                <a:cubicBezTo>
                  <a:pt x="4741170" y="5558256"/>
                  <a:pt x="4741170" y="5558256"/>
                  <a:pt x="4651972" y="5480976"/>
                </a:cubicBezTo>
                <a:cubicBezTo>
                  <a:pt x="4651972" y="5480976"/>
                  <a:pt x="4651972" y="5480976"/>
                  <a:pt x="4651972" y="5134798"/>
                </a:cubicBezTo>
                <a:cubicBezTo>
                  <a:pt x="4651972" y="5134798"/>
                  <a:pt x="4651972" y="5134798"/>
                  <a:pt x="4865486" y="5320110"/>
                </a:cubicBezTo>
                <a:cubicBezTo>
                  <a:pt x="4865486" y="5320110"/>
                  <a:pt x="4865486" y="5320110"/>
                  <a:pt x="4871104" y="5309070"/>
                </a:cubicBezTo>
                <a:cubicBezTo>
                  <a:pt x="4871104" y="5309070"/>
                  <a:pt x="4871104" y="5309070"/>
                  <a:pt x="4659698" y="5125335"/>
                </a:cubicBezTo>
                <a:cubicBezTo>
                  <a:pt x="4659698" y="5125335"/>
                  <a:pt x="4659698" y="5125335"/>
                  <a:pt x="4984885" y="4847761"/>
                </a:cubicBezTo>
                <a:close/>
                <a:moveTo>
                  <a:pt x="4319762" y="4487388"/>
                </a:moveTo>
                <a:cubicBezTo>
                  <a:pt x="4319762" y="4487388"/>
                  <a:pt x="4319762" y="4487388"/>
                  <a:pt x="4541703" y="4680586"/>
                </a:cubicBezTo>
                <a:cubicBezTo>
                  <a:pt x="4541703" y="4680586"/>
                  <a:pt x="4541703" y="4680586"/>
                  <a:pt x="4548726" y="4670335"/>
                </a:cubicBezTo>
                <a:cubicBezTo>
                  <a:pt x="4548726" y="4670335"/>
                  <a:pt x="4548726" y="4670335"/>
                  <a:pt x="4542406" y="4680586"/>
                </a:cubicBezTo>
                <a:cubicBezTo>
                  <a:pt x="4542406" y="4680586"/>
                  <a:pt x="4542406" y="4680586"/>
                  <a:pt x="4642139" y="4768116"/>
                </a:cubicBezTo>
                <a:cubicBezTo>
                  <a:pt x="4642139" y="4768116"/>
                  <a:pt x="4642139" y="4768116"/>
                  <a:pt x="4642139" y="5114295"/>
                </a:cubicBezTo>
                <a:cubicBezTo>
                  <a:pt x="4642139" y="5114295"/>
                  <a:pt x="4642139" y="5114295"/>
                  <a:pt x="4399127" y="4902960"/>
                </a:cubicBezTo>
                <a:cubicBezTo>
                  <a:pt x="4399127" y="4902960"/>
                  <a:pt x="4399127" y="4902960"/>
                  <a:pt x="4392103" y="4913212"/>
                </a:cubicBezTo>
                <a:cubicBezTo>
                  <a:pt x="4392103" y="4913212"/>
                  <a:pt x="4392103" y="4913212"/>
                  <a:pt x="4398424" y="4902172"/>
                </a:cubicBezTo>
                <a:cubicBezTo>
                  <a:pt x="4398424" y="4902172"/>
                  <a:pt x="4398424" y="4902172"/>
                  <a:pt x="4319762" y="4833567"/>
                </a:cubicBezTo>
                <a:cubicBezTo>
                  <a:pt x="4319762" y="4833567"/>
                  <a:pt x="4319762" y="4833567"/>
                  <a:pt x="4319762" y="4487388"/>
                </a:cubicBezTo>
                <a:close/>
                <a:moveTo>
                  <a:pt x="4648460" y="4196409"/>
                </a:moveTo>
                <a:cubicBezTo>
                  <a:pt x="4648460" y="4196409"/>
                  <a:pt x="4648460" y="4196409"/>
                  <a:pt x="4972945" y="4478714"/>
                </a:cubicBezTo>
                <a:cubicBezTo>
                  <a:pt x="4972945" y="4478714"/>
                  <a:pt x="4972945" y="4478714"/>
                  <a:pt x="4647758" y="4756288"/>
                </a:cubicBezTo>
                <a:cubicBezTo>
                  <a:pt x="4647758" y="4756288"/>
                  <a:pt x="4647758" y="4756288"/>
                  <a:pt x="4548726" y="4670335"/>
                </a:cubicBezTo>
                <a:cubicBezTo>
                  <a:pt x="4548726" y="4670335"/>
                  <a:pt x="4548726" y="4670335"/>
                  <a:pt x="4323273" y="4473983"/>
                </a:cubicBezTo>
                <a:cubicBezTo>
                  <a:pt x="4323273" y="4473983"/>
                  <a:pt x="4323273" y="4473983"/>
                  <a:pt x="4648460" y="4196409"/>
                </a:cubicBezTo>
                <a:close/>
                <a:moveTo>
                  <a:pt x="4312036" y="3544268"/>
                </a:moveTo>
                <a:cubicBezTo>
                  <a:pt x="4312036" y="3544268"/>
                  <a:pt x="4312036" y="3544268"/>
                  <a:pt x="4636520" y="3826573"/>
                </a:cubicBezTo>
                <a:cubicBezTo>
                  <a:pt x="4636520" y="3826573"/>
                  <a:pt x="4636520" y="3826573"/>
                  <a:pt x="4311333" y="4104935"/>
                </a:cubicBezTo>
                <a:cubicBezTo>
                  <a:pt x="4311333" y="4104935"/>
                  <a:pt x="4311333" y="4104935"/>
                  <a:pt x="3986848" y="3821842"/>
                </a:cubicBezTo>
                <a:cubicBezTo>
                  <a:pt x="3986848" y="3821842"/>
                  <a:pt x="3986848" y="3821842"/>
                  <a:pt x="4302905" y="3552154"/>
                </a:cubicBezTo>
                <a:cubicBezTo>
                  <a:pt x="4302905" y="3552154"/>
                  <a:pt x="4302905" y="3552154"/>
                  <a:pt x="4312036" y="3544268"/>
                </a:cubicBezTo>
                <a:close/>
                <a:moveTo>
                  <a:pt x="3986848" y="2538851"/>
                </a:moveTo>
                <a:cubicBezTo>
                  <a:pt x="3986848" y="2538851"/>
                  <a:pt x="3986848" y="2538851"/>
                  <a:pt x="4194744" y="2719432"/>
                </a:cubicBezTo>
                <a:cubicBezTo>
                  <a:pt x="4194744" y="2719432"/>
                  <a:pt x="4194744" y="2719432"/>
                  <a:pt x="4201064" y="2708392"/>
                </a:cubicBezTo>
                <a:cubicBezTo>
                  <a:pt x="4201064" y="2708392"/>
                  <a:pt x="4201064" y="2708392"/>
                  <a:pt x="4195446" y="2720221"/>
                </a:cubicBezTo>
                <a:cubicBezTo>
                  <a:pt x="4195446" y="2720221"/>
                  <a:pt x="4195446" y="2720221"/>
                  <a:pt x="4309226" y="2819579"/>
                </a:cubicBezTo>
                <a:cubicBezTo>
                  <a:pt x="4309226" y="2819579"/>
                  <a:pt x="4309226" y="2819579"/>
                  <a:pt x="4309226" y="3165758"/>
                </a:cubicBezTo>
                <a:cubicBezTo>
                  <a:pt x="4309226" y="3165758"/>
                  <a:pt x="4309226" y="3165758"/>
                  <a:pt x="4071131" y="2958366"/>
                </a:cubicBezTo>
                <a:cubicBezTo>
                  <a:pt x="4071131" y="2958366"/>
                  <a:pt x="4071131" y="2958366"/>
                  <a:pt x="4064809" y="2969406"/>
                </a:cubicBezTo>
                <a:cubicBezTo>
                  <a:pt x="4064809" y="2969406"/>
                  <a:pt x="4064809" y="2969406"/>
                  <a:pt x="4070428" y="2957578"/>
                </a:cubicBezTo>
                <a:cubicBezTo>
                  <a:pt x="4070428" y="2957578"/>
                  <a:pt x="4070428" y="2957578"/>
                  <a:pt x="3986848" y="2885030"/>
                </a:cubicBezTo>
                <a:cubicBezTo>
                  <a:pt x="3986848" y="2885030"/>
                  <a:pt x="3986848" y="2885030"/>
                  <a:pt x="3986848" y="2538851"/>
                </a:cubicBezTo>
                <a:close/>
                <a:moveTo>
                  <a:pt x="4652674" y="1598885"/>
                </a:moveTo>
                <a:cubicBezTo>
                  <a:pt x="4652674" y="1598885"/>
                  <a:pt x="4652674" y="1598885"/>
                  <a:pt x="4972945" y="1878036"/>
                </a:cubicBezTo>
                <a:cubicBezTo>
                  <a:pt x="4972945" y="1878036"/>
                  <a:pt x="4972945" y="1878036"/>
                  <a:pt x="4647758" y="2155610"/>
                </a:cubicBezTo>
                <a:cubicBezTo>
                  <a:pt x="4647758" y="2155610"/>
                  <a:pt x="4647758" y="2155610"/>
                  <a:pt x="4538894" y="2060983"/>
                </a:cubicBezTo>
                <a:cubicBezTo>
                  <a:pt x="4538894" y="2060983"/>
                  <a:pt x="4538894" y="2060983"/>
                  <a:pt x="4533275" y="2072022"/>
                </a:cubicBezTo>
                <a:cubicBezTo>
                  <a:pt x="4533275" y="2072022"/>
                  <a:pt x="4533275" y="2072022"/>
                  <a:pt x="4642139" y="2166650"/>
                </a:cubicBezTo>
                <a:cubicBezTo>
                  <a:pt x="4642139" y="2166650"/>
                  <a:pt x="4642139" y="2166650"/>
                  <a:pt x="4642139" y="2513617"/>
                </a:cubicBezTo>
                <a:cubicBezTo>
                  <a:pt x="4642139" y="2513617"/>
                  <a:pt x="4642139" y="2513617"/>
                  <a:pt x="4408960" y="2310168"/>
                </a:cubicBezTo>
                <a:cubicBezTo>
                  <a:pt x="4408960" y="2310168"/>
                  <a:pt x="4408960" y="2310168"/>
                  <a:pt x="4402639" y="2322785"/>
                </a:cubicBezTo>
                <a:cubicBezTo>
                  <a:pt x="4402639" y="2322785"/>
                  <a:pt x="4402639" y="2322785"/>
                  <a:pt x="4640032" y="2530177"/>
                </a:cubicBezTo>
                <a:cubicBezTo>
                  <a:pt x="4640032" y="2530177"/>
                  <a:pt x="4640032" y="2530177"/>
                  <a:pt x="4314845" y="2807751"/>
                </a:cubicBezTo>
                <a:cubicBezTo>
                  <a:pt x="4314845" y="2807751"/>
                  <a:pt x="4314845" y="2807751"/>
                  <a:pt x="4201064" y="2708392"/>
                </a:cubicBezTo>
                <a:cubicBezTo>
                  <a:pt x="4201064" y="2708392"/>
                  <a:pt x="4201064" y="2708392"/>
                  <a:pt x="3991063" y="2525446"/>
                </a:cubicBezTo>
                <a:cubicBezTo>
                  <a:pt x="3991063" y="2525446"/>
                  <a:pt x="3991063" y="2525446"/>
                  <a:pt x="4316249" y="2247872"/>
                </a:cubicBezTo>
                <a:cubicBezTo>
                  <a:pt x="4316249" y="2247872"/>
                  <a:pt x="4316249" y="2247872"/>
                  <a:pt x="4401936" y="2322785"/>
                </a:cubicBezTo>
                <a:cubicBezTo>
                  <a:pt x="4401936" y="2322785"/>
                  <a:pt x="4401936" y="2322785"/>
                  <a:pt x="4408257" y="2310168"/>
                </a:cubicBezTo>
                <a:cubicBezTo>
                  <a:pt x="4408257" y="2310168"/>
                  <a:pt x="4408257" y="2310168"/>
                  <a:pt x="4319762" y="2232889"/>
                </a:cubicBezTo>
                <a:cubicBezTo>
                  <a:pt x="4319762" y="2232889"/>
                  <a:pt x="4319762" y="2232889"/>
                  <a:pt x="4319762" y="1885922"/>
                </a:cubicBezTo>
                <a:cubicBezTo>
                  <a:pt x="4319762" y="1885922"/>
                  <a:pt x="4319762" y="1885922"/>
                  <a:pt x="4532573" y="2072022"/>
                </a:cubicBezTo>
                <a:cubicBezTo>
                  <a:pt x="4532573" y="2072022"/>
                  <a:pt x="4532573" y="2072022"/>
                  <a:pt x="4538894" y="2060194"/>
                </a:cubicBezTo>
                <a:cubicBezTo>
                  <a:pt x="4538894" y="2060194"/>
                  <a:pt x="4538894" y="2060194"/>
                  <a:pt x="4327487" y="1876459"/>
                </a:cubicBezTo>
                <a:cubicBezTo>
                  <a:pt x="4327487" y="1876459"/>
                  <a:pt x="4327487" y="1876459"/>
                  <a:pt x="4652674" y="1598885"/>
                </a:cubicBezTo>
                <a:close/>
                <a:moveTo>
                  <a:pt x="3986848" y="1238512"/>
                </a:moveTo>
                <a:cubicBezTo>
                  <a:pt x="3986848" y="1238512"/>
                  <a:pt x="3986848" y="1238512"/>
                  <a:pt x="4209493" y="1432499"/>
                </a:cubicBezTo>
                <a:cubicBezTo>
                  <a:pt x="4209493" y="1432499"/>
                  <a:pt x="4209493" y="1432499"/>
                  <a:pt x="4309226" y="1519240"/>
                </a:cubicBezTo>
                <a:cubicBezTo>
                  <a:pt x="4309226" y="1519240"/>
                  <a:pt x="4309226" y="1519240"/>
                  <a:pt x="4309226" y="1865419"/>
                </a:cubicBezTo>
                <a:cubicBezTo>
                  <a:pt x="4309226" y="1865419"/>
                  <a:pt x="4309226" y="1865419"/>
                  <a:pt x="4066916" y="1654085"/>
                </a:cubicBezTo>
                <a:cubicBezTo>
                  <a:pt x="4066916" y="1654085"/>
                  <a:pt x="4066916" y="1654085"/>
                  <a:pt x="4059892" y="1665124"/>
                </a:cubicBezTo>
                <a:cubicBezTo>
                  <a:pt x="4059892" y="1665124"/>
                  <a:pt x="4059892" y="1665124"/>
                  <a:pt x="4304309" y="1878036"/>
                </a:cubicBezTo>
                <a:cubicBezTo>
                  <a:pt x="4304309" y="1878036"/>
                  <a:pt x="4304309" y="1878036"/>
                  <a:pt x="3979123" y="2155610"/>
                </a:cubicBezTo>
                <a:cubicBezTo>
                  <a:pt x="3979123" y="2155610"/>
                  <a:pt x="3979123" y="2155610"/>
                  <a:pt x="3828118" y="2023920"/>
                </a:cubicBezTo>
                <a:cubicBezTo>
                  <a:pt x="3828118" y="2023920"/>
                  <a:pt x="3828118" y="2023920"/>
                  <a:pt x="3658852" y="1876459"/>
                </a:cubicBezTo>
                <a:cubicBezTo>
                  <a:pt x="3658852" y="1876459"/>
                  <a:pt x="3658852" y="1876459"/>
                  <a:pt x="3984040" y="1598885"/>
                </a:cubicBezTo>
                <a:cubicBezTo>
                  <a:pt x="3984040" y="1598885"/>
                  <a:pt x="3984040" y="1598885"/>
                  <a:pt x="4059191" y="1664336"/>
                </a:cubicBezTo>
                <a:cubicBezTo>
                  <a:pt x="4059191" y="1664336"/>
                  <a:pt x="4059191" y="1664336"/>
                  <a:pt x="4066214" y="1654085"/>
                </a:cubicBezTo>
                <a:cubicBezTo>
                  <a:pt x="4066214" y="1654085"/>
                  <a:pt x="4066214" y="1654085"/>
                  <a:pt x="3986848" y="1585480"/>
                </a:cubicBezTo>
                <a:cubicBezTo>
                  <a:pt x="3986848" y="1585480"/>
                  <a:pt x="3986848" y="1585480"/>
                  <a:pt x="3986848" y="1238512"/>
                </a:cubicBezTo>
                <a:close/>
                <a:moveTo>
                  <a:pt x="4316249" y="947533"/>
                </a:moveTo>
                <a:cubicBezTo>
                  <a:pt x="4316249" y="947533"/>
                  <a:pt x="4316249" y="947533"/>
                  <a:pt x="4640032" y="1230627"/>
                </a:cubicBezTo>
                <a:cubicBezTo>
                  <a:pt x="4640032" y="1230627"/>
                  <a:pt x="4640032" y="1230627"/>
                  <a:pt x="4314845" y="1508201"/>
                </a:cubicBezTo>
                <a:cubicBezTo>
                  <a:pt x="4314845" y="1508201"/>
                  <a:pt x="4314845" y="1508201"/>
                  <a:pt x="4216517" y="1422247"/>
                </a:cubicBezTo>
                <a:cubicBezTo>
                  <a:pt x="4216517" y="1422247"/>
                  <a:pt x="4216517" y="1422247"/>
                  <a:pt x="4209493" y="1432499"/>
                </a:cubicBezTo>
                <a:cubicBezTo>
                  <a:pt x="4209493" y="1432499"/>
                  <a:pt x="4209493" y="1432499"/>
                  <a:pt x="4215814" y="1421459"/>
                </a:cubicBezTo>
                <a:cubicBezTo>
                  <a:pt x="4215814" y="1421459"/>
                  <a:pt x="4215814" y="1421459"/>
                  <a:pt x="3991063" y="1225107"/>
                </a:cubicBezTo>
                <a:cubicBezTo>
                  <a:pt x="3991063" y="1225107"/>
                  <a:pt x="3991063" y="1225107"/>
                  <a:pt x="4316249" y="947533"/>
                </a:cubicBezTo>
                <a:close/>
                <a:moveTo>
                  <a:pt x="3979825" y="296181"/>
                </a:moveTo>
                <a:cubicBezTo>
                  <a:pt x="3979825" y="296181"/>
                  <a:pt x="3979825" y="296181"/>
                  <a:pt x="4304309" y="578486"/>
                </a:cubicBezTo>
                <a:cubicBezTo>
                  <a:pt x="4304309" y="578486"/>
                  <a:pt x="4304309" y="578486"/>
                  <a:pt x="3979123" y="856060"/>
                </a:cubicBezTo>
                <a:cubicBezTo>
                  <a:pt x="3979123" y="856060"/>
                  <a:pt x="3979123" y="856060"/>
                  <a:pt x="3654638" y="573754"/>
                </a:cubicBezTo>
                <a:cubicBezTo>
                  <a:pt x="3654638" y="573754"/>
                  <a:pt x="3654638" y="573754"/>
                  <a:pt x="3970694" y="304066"/>
                </a:cubicBezTo>
                <a:cubicBezTo>
                  <a:pt x="3970694" y="304066"/>
                  <a:pt x="3970694" y="304066"/>
                  <a:pt x="3979825" y="296181"/>
                </a:cubicBezTo>
                <a:close/>
                <a:moveTo>
                  <a:pt x="4078431" y="0"/>
                </a:moveTo>
                <a:lnTo>
                  <a:pt x="4556976" y="0"/>
                </a:lnTo>
                <a:lnTo>
                  <a:pt x="4541616" y="13087"/>
                </a:lnTo>
                <a:cubicBezTo>
                  <a:pt x="4509220" y="40686"/>
                  <a:pt x="4444428" y="95886"/>
                  <a:pt x="4314845" y="206284"/>
                </a:cubicBezTo>
                <a:cubicBezTo>
                  <a:pt x="4314845" y="206284"/>
                  <a:pt x="4314845" y="206284"/>
                  <a:pt x="4145929" y="58896"/>
                </a:cubicBezTo>
                <a:close/>
                <a:moveTo>
                  <a:pt x="3986848" y="0"/>
                </a:moveTo>
                <a:lnTo>
                  <a:pt x="4059455" y="0"/>
                </a:lnTo>
                <a:lnTo>
                  <a:pt x="4076924" y="15255"/>
                </a:lnTo>
                <a:cubicBezTo>
                  <a:pt x="4110110" y="44235"/>
                  <a:pt x="4176483" y="102194"/>
                  <a:pt x="4309226" y="218113"/>
                </a:cubicBezTo>
                <a:cubicBezTo>
                  <a:pt x="4309226" y="218113"/>
                  <a:pt x="4309226" y="218113"/>
                  <a:pt x="4309226" y="564292"/>
                </a:cubicBezTo>
                <a:cubicBezTo>
                  <a:pt x="4309226" y="564292"/>
                  <a:pt x="4309226" y="564292"/>
                  <a:pt x="3986848" y="283564"/>
                </a:cubicBezTo>
                <a:cubicBezTo>
                  <a:pt x="3986848" y="283564"/>
                  <a:pt x="3986848" y="283564"/>
                  <a:pt x="3986848" y="84404"/>
                </a:cubicBezTo>
                <a:close/>
                <a:moveTo>
                  <a:pt x="0" y="0"/>
                </a:moveTo>
                <a:lnTo>
                  <a:pt x="3038475" y="0"/>
                </a:lnTo>
                <a:lnTo>
                  <a:pt x="3975611" y="0"/>
                </a:lnTo>
                <a:lnTo>
                  <a:pt x="3975611" y="1953"/>
                </a:lnTo>
                <a:cubicBezTo>
                  <a:pt x="3975611" y="28082"/>
                  <a:pt x="3975611" y="97759"/>
                  <a:pt x="3975611" y="283564"/>
                </a:cubicBezTo>
                <a:cubicBezTo>
                  <a:pt x="3975611" y="283564"/>
                  <a:pt x="3975611" y="283564"/>
                  <a:pt x="3961564" y="295392"/>
                </a:cubicBezTo>
                <a:cubicBezTo>
                  <a:pt x="3961564" y="295392"/>
                  <a:pt x="3961564" y="295392"/>
                  <a:pt x="3970694" y="304066"/>
                </a:cubicBezTo>
                <a:cubicBezTo>
                  <a:pt x="3970694" y="304066"/>
                  <a:pt x="3970694" y="304066"/>
                  <a:pt x="3960862" y="295392"/>
                </a:cubicBezTo>
                <a:cubicBezTo>
                  <a:pt x="3960862" y="295392"/>
                  <a:pt x="3960862" y="295392"/>
                  <a:pt x="3639186" y="570600"/>
                </a:cubicBezTo>
                <a:cubicBezTo>
                  <a:pt x="3639186" y="570600"/>
                  <a:pt x="3639186" y="570600"/>
                  <a:pt x="3639186" y="589526"/>
                </a:cubicBezTo>
                <a:cubicBezTo>
                  <a:pt x="3639186" y="589526"/>
                  <a:pt x="3639186" y="589526"/>
                  <a:pt x="3651126" y="599777"/>
                </a:cubicBezTo>
                <a:cubicBezTo>
                  <a:pt x="3651126" y="599777"/>
                  <a:pt x="3651126" y="599777"/>
                  <a:pt x="3651126" y="587160"/>
                </a:cubicBezTo>
                <a:cubicBezTo>
                  <a:pt x="3651126" y="587160"/>
                  <a:pt x="3651126" y="587160"/>
                  <a:pt x="3972801" y="867888"/>
                </a:cubicBezTo>
                <a:cubicBezTo>
                  <a:pt x="3972801" y="867888"/>
                  <a:pt x="3972801" y="867888"/>
                  <a:pt x="3972801" y="1214067"/>
                </a:cubicBezTo>
                <a:cubicBezTo>
                  <a:pt x="3972801" y="1214067"/>
                  <a:pt x="3972801" y="1214067"/>
                  <a:pt x="3651126" y="933339"/>
                </a:cubicBezTo>
                <a:cubicBezTo>
                  <a:pt x="3651126" y="933339"/>
                  <a:pt x="3651126" y="933339"/>
                  <a:pt x="3651126" y="600566"/>
                </a:cubicBezTo>
                <a:cubicBezTo>
                  <a:pt x="3651126" y="600566"/>
                  <a:pt x="3651126" y="600566"/>
                  <a:pt x="3639186" y="590314"/>
                </a:cubicBezTo>
                <a:cubicBezTo>
                  <a:pt x="3639186" y="590314"/>
                  <a:pt x="3639186" y="590314"/>
                  <a:pt x="3639186" y="938859"/>
                </a:cubicBezTo>
                <a:cubicBezTo>
                  <a:pt x="3639186" y="938859"/>
                  <a:pt x="3639186" y="938859"/>
                  <a:pt x="3306976" y="1221952"/>
                </a:cubicBezTo>
                <a:cubicBezTo>
                  <a:pt x="3306976" y="1221952"/>
                  <a:pt x="3306976" y="1221952"/>
                  <a:pt x="3306976" y="1591788"/>
                </a:cubicBezTo>
                <a:cubicBezTo>
                  <a:pt x="3306976" y="1591788"/>
                  <a:pt x="3306976" y="1591788"/>
                  <a:pt x="3624438" y="1867785"/>
                </a:cubicBezTo>
                <a:cubicBezTo>
                  <a:pt x="3624438" y="1867785"/>
                  <a:pt x="3624438" y="1867785"/>
                  <a:pt x="3624438" y="1851225"/>
                </a:cubicBezTo>
                <a:lnTo>
                  <a:pt x="3318214" y="1585480"/>
                </a:lnTo>
                <a:cubicBezTo>
                  <a:pt x="3318214" y="1585480"/>
                  <a:pt x="3318214" y="1585480"/>
                  <a:pt x="3318214" y="1238512"/>
                </a:cubicBezTo>
                <a:cubicBezTo>
                  <a:pt x="3318214" y="1238512"/>
                  <a:pt x="3318214" y="1238512"/>
                  <a:pt x="3624438" y="1505046"/>
                </a:cubicBezTo>
                <a:cubicBezTo>
                  <a:pt x="3624438" y="1505046"/>
                  <a:pt x="3624438" y="1505046"/>
                  <a:pt x="3624438" y="1488487"/>
                </a:cubicBezTo>
                <a:cubicBezTo>
                  <a:pt x="3624438" y="1488487"/>
                  <a:pt x="3624438" y="1488487"/>
                  <a:pt x="3322428" y="1225107"/>
                </a:cubicBezTo>
                <a:cubicBezTo>
                  <a:pt x="3322428" y="1225107"/>
                  <a:pt x="3322428" y="1225107"/>
                  <a:pt x="3647615" y="947533"/>
                </a:cubicBezTo>
                <a:cubicBezTo>
                  <a:pt x="3647615" y="947533"/>
                  <a:pt x="3647615" y="947533"/>
                  <a:pt x="3972100" y="1230627"/>
                </a:cubicBezTo>
                <a:cubicBezTo>
                  <a:pt x="3972100" y="1230627"/>
                  <a:pt x="3972100" y="1230627"/>
                  <a:pt x="3646912" y="1508201"/>
                </a:cubicBezTo>
                <a:cubicBezTo>
                  <a:pt x="3646912" y="1508201"/>
                  <a:pt x="3646912" y="1508201"/>
                  <a:pt x="3625139" y="1489275"/>
                </a:cubicBezTo>
                <a:cubicBezTo>
                  <a:pt x="3625139" y="1489275"/>
                  <a:pt x="3625139" y="1489275"/>
                  <a:pt x="3625139" y="1505835"/>
                </a:cubicBezTo>
                <a:cubicBezTo>
                  <a:pt x="3625139" y="1505835"/>
                  <a:pt x="3625139" y="1505835"/>
                  <a:pt x="3640591" y="1519240"/>
                </a:cubicBezTo>
                <a:cubicBezTo>
                  <a:pt x="3640591" y="1519240"/>
                  <a:pt x="3640591" y="1519240"/>
                  <a:pt x="3640591" y="1865419"/>
                </a:cubicBezTo>
                <a:cubicBezTo>
                  <a:pt x="3640591" y="1865419"/>
                  <a:pt x="3640591" y="1865419"/>
                  <a:pt x="3625139" y="1852014"/>
                </a:cubicBezTo>
                <a:cubicBezTo>
                  <a:pt x="3625139" y="1852014"/>
                  <a:pt x="3625139" y="1852014"/>
                  <a:pt x="3625139" y="1868573"/>
                </a:cubicBezTo>
                <a:cubicBezTo>
                  <a:pt x="3625139" y="1868573"/>
                  <a:pt x="3625139" y="1868573"/>
                  <a:pt x="3639186" y="1881190"/>
                </a:cubicBezTo>
                <a:cubicBezTo>
                  <a:pt x="3639186" y="1881190"/>
                  <a:pt x="3639186" y="1881190"/>
                  <a:pt x="3639186" y="2058617"/>
                </a:cubicBezTo>
                <a:cubicBezTo>
                  <a:pt x="3639186" y="2058617"/>
                  <a:pt x="3639186" y="2058617"/>
                  <a:pt x="3651126" y="2060194"/>
                </a:cubicBezTo>
                <a:cubicBezTo>
                  <a:pt x="3651126" y="2060194"/>
                  <a:pt x="3651126" y="2060194"/>
                  <a:pt x="3651126" y="1885922"/>
                </a:cubicBezTo>
                <a:cubicBezTo>
                  <a:pt x="3651126" y="1885922"/>
                  <a:pt x="3651126" y="1885922"/>
                  <a:pt x="3821095" y="2034172"/>
                </a:cubicBezTo>
                <a:cubicBezTo>
                  <a:pt x="3821095" y="2034172"/>
                  <a:pt x="3821095" y="2034172"/>
                  <a:pt x="3828118" y="2023920"/>
                </a:cubicBezTo>
                <a:cubicBezTo>
                  <a:pt x="3828118" y="2023920"/>
                  <a:pt x="3828118" y="2023920"/>
                  <a:pt x="3821095" y="2034960"/>
                </a:cubicBezTo>
                <a:cubicBezTo>
                  <a:pt x="3821095" y="2034960"/>
                  <a:pt x="3821095" y="2034960"/>
                  <a:pt x="3972801" y="2166650"/>
                </a:cubicBezTo>
                <a:cubicBezTo>
                  <a:pt x="3972801" y="2166650"/>
                  <a:pt x="3972801" y="2166650"/>
                  <a:pt x="3972801" y="2513617"/>
                </a:cubicBezTo>
                <a:cubicBezTo>
                  <a:pt x="3972801" y="2513617"/>
                  <a:pt x="3972801" y="2513617"/>
                  <a:pt x="3651126" y="2232889"/>
                </a:cubicBezTo>
                <a:cubicBezTo>
                  <a:pt x="3651126" y="2232889"/>
                  <a:pt x="3651126" y="2232889"/>
                  <a:pt x="3651126" y="2060983"/>
                </a:cubicBezTo>
                <a:cubicBezTo>
                  <a:pt x="3651126" y="2060983"/>
                  <a:pt x="3651126" y="2060983"/>
                  <a:pt x="3639186" y="2059405"/>
                </a:cubicBezTo>
                <a:cubicBezTo>
                  <a:pt x="3639186" y="2059405"/>
                  <a:pt x="3639186" y="2059405"/>
                  <a:pt x="3639186" y="2238409"/>
                </a:cubicBezTo>
                <a:cubicBezTo>
                  <a:pt x="3639186" y="2238409"/>
                  <a:pt x="3639186" y="2238409"/>
                  <a:pt x="3423566" y="2422144"/>
                </a:cubicBezTo>
                <a:cubicBezTo>
                  <a:pt x="3423566" y="2422144"/>
                  <a:pt x="3423566" y="2422144"/>
                  <a:pt x="3435506" y="2428452"/>
                </a:cubicBezTo>
                <a:cubicBezTo>
                  <a:pt x="3435506" y="2428452"/>
                  <a:pt x="3435506" y="2428452"/>
                  <a:pt x="3647615" y="2247872"/>
                </a:cubicBezTo>
                <a:cubicBezTo>
                  <a:pt x="3647615" y="2247872"/>
                  <a:pt x="3647615" y="2247872"/>
                  <a:pt x="3972100" y="2530177"/>
                </a:cubicBezTo>
                <a:cubicBezTo>
                  <a:pt x="3972100" y="2530177"/>
                  <a:pt x="3972100" y="2530177"/>
                  <a:pt x="3646912" y="2807751"/>
                </a:cubicBezTo>
                <a:cubicBezTo>
                  <a:pt x="3646912" y="2807751"/>
                  <a:pt x="3646912" y="2807751"/>
                  <a:pt x="3322428" y="2525446"/>
                </a:cubicBezTo>
                <a:cubicBezTo>
                  <a:pt x="3322428" y="2525446"/>
                  <a:pt x="3322428" y="2525446"/>
                  <a:pt x="3434803" y="2429241"/>
                </a:cubicBezTo>
                <a:cubicBezTo>
                  <a:pt x="3434803" y="2429241"/>
                  <a:pt x="3434803" y="2429241"/>
                  <a:pt x="3422863" y="2422933"/>
                </a:cubicBezTo>
                <a:cubicBezTo>
                  <a:pt x="3422863" y="2422933"/>
                  <a:pt x="3422863" y="2422933"/>
                  <a:pt x="3306976" y="2522291"/>
                </a:cubicBezTo>
                <a:cubicBezTo>
                  <a:pt x="3306976" y="2522291"/>
                  <a:pt x="3306976" y="2522291"/>
                  <a:pt x="3306976" y="2773054"/>
                </a:cubicBezTo>
                <a:cubicBezTo>
                  <a:pt x="3306976" y="2773054"/>
                  <a:pt x="3306976" y="2773054"/>
                  <a:pt x="3318214" y="2778574"/>
                </a:cubicBezTo>
                <a:cubicBezTo>
                  <a:pt x="3318214" y="2778574"/>
                  <a:pt x="3318214" y="2778574"/>
                  <a:pt x="3318214" y="2538851"/>
                </a:cubicBezTo>
                <a:cubicBezTo>
                  <a:pt x="3318214" y="2538851"/>
                  <a:pt x="3318214" y="2538851"/>
                  <a:pt x="3640591" y="2819579"/>
                </a:cubicBezTo>
                <a:cubicBezTo>
                  <a:pt x="3640591" y="2819579"/>
                  <a:pt x="3640591" y="2819579"/>
                  <a:pt x="3640591" y="3165758"/>
                </a:cubicBezTo>
                <a:cubicBezTo>
                  <a:pt x="3640591" y="3165758"/>
                  <a:pt x="3640591" y="3165758"/>
                  <a:pt x="3318214" y="2885030"/>
                </a:cubicBezTo>
                <a:cubicBezTo>
                  <a:pt x="3318214" y="2885030"/>
                  <a:pt x="3318214" y="2885030"/>
                  <a:pt x="3318214" y="2779363"/>
                </a:cubicBezTo>
                <a:cubicBezTo>
                  <a:pt x="3318214" y="2779363"/>
                  <a:pt x="3318214" y="2779363"/>
                  <a:pt x="3306976" y="2773843"/>
                </a:cubicBezTo>
                <a:cubicBezTo>
                  <a:pt x="3306976" y="2773843"/>
                  <a:pt x="3306976" y="2773843"/>
                  <a:pt x="3306976" y="2891339"/>
                </a:cubicBezTo>
                <a:cubicBezTo>
                  <a:pt x="3306976" y="2891339"/>
                  <a:pt x="3306976" y="2891339"/>
                  <a:pt x="3646210" y="3187049"/>
                </a:cubicBezTo>
                <a:cubicBezTo>
                  <a:pt x="3646210" y="3187049"/>
                  <a:pt x="3646210" y="3187049"/>
                  <a:pt x="3984040" y="2899224"/>
                </a:cubicBezTo>
                <a:cubicBezTo>
                  <a:pt x="3984040" y="2899224"/>
                  <a:pt x="3984040" y="2899224"/>
                  <a:pt x="4064809" y="2969406"/>
                </a:cubicBezTo>
                <a:cubicBezTo>
                  <a:pt x="4064809" y="2969406"/>
                  <a:pt x="4064809" y="2969406"/>
                  <a:pt x="4307822" y="3180741"/>
                </a:cubicBezTo>
                <a:cubicBezTo>
                  <a:pt x="4307822" y="3180741"/>
                  <a:pt x="4307822" y="3180741"/>
                  <a:pt x="4307822" y="3519034"/>
                </a:cubicBezTo>
                <a:cubicBezTo>
                  <a:pt x="4307822" y="3519034"/>
                  <a:pt x="4307822" y="3519034"/>
                  <a:pt x="4319762" y="3519034"/>
                </a:cubicBezTo>
                <a:cubicBezTo>
                  <a:pt x="4319762" y="3519034"/>
                  <a:pt x="4319762" y="3519034"/>
                  <a:pt x="4319762" y="3500109"/>
                </a:cubicBezTo>
                <a:cubicBezTo>
                  <a:pt x="4319762" y="3500109"/>
                  <a:pt x="4319762" y="3500109"/>
                  <a:pt x="4319762" y="3186261"/>
                </a:cubicBezTo>
                <a:cubicBezTo>
                  <a:pt x="4319762" y="3186261"/>
                  <a:pt x="4319762" y="3186261"/>
                  <a:pt x="4642139" y="3466989"/>
                </a:cubicBezTo>
                <a:cubicBezTo>
                  <a:pt x="4642139" y="3466989"/>
                  <a:pt x="4642139" y="3466989"/>
                  <a:pt x="4642139" y="3495377"/>
                </a:cubicBezTo>
                <a:cubicBezTo>
                  <a:pt x="4642139" y="3495377"/>
                  <a:pt x="4642139" y="3495377"/>
                  <a:pt x="4642139" y="3812379"/>
                </a:cubicBezTo>
                <a:cubicBezTo>
                  <a:pt x="4642139" y="3812379"/>
                  <a:pt x="4642139" y="3812379"/>
                  <a:pt x="4319762" y="3532439"/>
                </a:cubicBezTo>
                <a:cubicBezTo>
                  <a:pt x="4319762" y="3532439"/>
                  <a:pt x="4319762" y="3532439"/>
                  <a:pt x="4319762" y="3519822"/>
                </a:cubicBezTo>
                <a:cubicBezTo>
                  <a:pt x="4319762" y="3519822"/>
                  <a:pt x="4319762" y="3519822"/>
                  <a:pt x="4307822" y="3519822"/>
                </a:cubicBezTo>
                <a:cubicBezTo>
                  <a:pt x="4307822" y="3519822"/>
                  <a:pt x="4307822" y="3519822"/>
                  <a:pt x="4307822" y="3531651"/>
                </a:cubicBezTo>
                <a:cubicBezTo>
                  <a:pt x="4307822" y="3531651"/>
                  <a:pt x="4307822" y="3531651"/>
                  <a:pt x="4293775" y="3543479"/>
                </a:cubicBezTo>
                <a:cubicBezTo>
                  <a:pt x="4293775" y="3543479"/>
                  <a:pt x="4293775" y="3543479"/>
                  <a:pt x="4302905" y="3552154"/>
                </a:cubicBezTo>
                <a:cubicBezTo>
                  <a:pt x="4302905" y="3552154"/>
                  <a:pt x="4302905" y="3552154"/>
                  <a:pt x="4293072" y="3544268"/>
                </a:cubicBezTo>
                <a:cubicBezTo>
                  <a:pt x="4293072" y="3544268"/>
                  <a:pt x="4293072" y="3544268"/>
                  <a:pt x="3971397" y="3818688"/>
                </a:cubicBezTo>
                <a:cubicBezTo>
                  <a:pt x="3971397" y="3818688"/>
                  <a:pt x="3971397" y="3818688"/>
                  <a:pt x="3971397" y="3838402"/>
                </a:cubicBezTo>
                <a:cubicBezTo>
                  <a:pt x="3971397" y="3838402"/>
                  <a:pt x="3971397" y="3838402"/>
                  <a:pt x="3983337" y="3848653"/>
                </a:cubicBezTo>
                <a:cubicBezTo>
                  <a:pt x="3983337" y="3848653"/>
                  <a:pt x="3983337" y="3848653"/>
                  <a:pt x="3983337" y="3835248"/>
                </a:cubicBezTo>
                <a:cubicBezTo>
                  <a:pt x="3983337" y="3835248"/>
                  <a:pt x="3983337" y="3835248"/>
                  <a:pt x="4305715" y="4115975"/>
                </a:cubicBezTo>
                <a:cubicBezTo>
                  <a:pt x="4305715" y="4115975"/>
                  <a:pt x="4305715" y="4115975"/>
                  <a:pt x="4305715" y="4462154"/>
                </a:cubicBezTo>
                <a:cubicBezTo>
                  <a:pt x="4305715" y="4462154"/>
                  <a:pt x="4305715" y="4462154"/>
                  <a:pt x="3983337" y="4182215"/>
                </a:cubicBezTo>
                <a:cubicBezTo>
                  <a:pt x="3983337" y="4182215"/>
                  <a:pt x="3983337" y="4182215"/>
                  <a:pt x="3983337" y="3849441"/>
                </a:cubicBezTo>
                <a:cubicBezTo>
                  <a:pt x="3983337" y="3849441"/>
                  <a:pt x="3983337" y="3849441"/>
                  <a:pt x="3971397" y="3839190"/>
                </a:cubicBezTo>
                <a:cubicBezTo>
                  <a:pt x="3971397" y="3839190"/>
                  <a:pt x="3971397" y="3839190"/>
                  <a:pt x="3971397" y="4186946"/>
                </a:cubicBezTo>
                <a:cubicBezTo>
                  <a:pt x="3971397" y="4186946"/>
                  <a:pt x="3971397" y="4186946"/>
                  <a:pt x="3639186" y="4470828"/>
                </a:cubicBezTo>
                <a:cubicBezTo>
                  <a:pt x="3639186" y="4470828"/>
                  <a:pt x="3639186" y="4470828"/>
                  <a:pt x="3639186" y="4839875"/>
                </a:cubicBezTo>
                <a:cubicBezTo>
                  <a:pt x="3639186" y="4839875"/>
                  <a:pt x="3639186" y="4839875"/>
                  <a:pt x="3956647" y="5116661"/>
                </a:cubicBezTo>
                <a:cubicBezTo>
                  <a:pt x="3956647" y="5116661"/>
                  <a:pt x="3956647" y="5116661"/>
                  <a:pt x="3956647" y="5100101"/>
                </a:cubicBezTo>
                <a:cubicBezTo>
                  <a:pt x="3956647" y="5100101"/>
                  <a:pt x="3956647" y="5100101"/>
                  <a:pt x="3651126" y="4833567"/>
                </a:cubicBezTo>
                <a:cubicBezTo>
                  <a:pt x="3651126" y="4833567"/>
                  <a:pt x="3651126" y="4833567"/>
                  <a:pt x="3651126" y="4487388"/>
                </a:cubicBezTo>
                <a:cubicBezTo>
                  <a:pt x="3651126" y="4487388"/>
                  <a:pt x="3651126" y="4487388"/>
                  <a:pt x="3956647" y="4753134"/>
                </a:cubicBezTo>
                <a:cubicBezTo>
                  <a:pt x="3956647" y="4753134"/>
                  <a:pt x="3956647" y="4753134"/>
                  <a:pt x="3956647" y="4737362"/>
                </a:cubicBezTo>
                <a:cubicBezTo>
                  <a:pt x="3956647" y="4737362"/>
                  <a:pt x="3956647" y="4737362"/>
                  <a:pt x="3654638" y="4473983"/>
                </a:cubicBezTo>
                <a:cubicBezTo>
                  <a:pt x="3654638" y="4473983"/>
                  <a:pt x="3654638" y="4473983"/>
                  <a:pt x="3979825" y="4196409"/>
                </a:cubicBezTo>
                <a:cubicBezTo>
                  <a:pt x="3979825" y="4196409"/>
                  <a:pt x="3979825" y="4196409"/>
                  <a:pt x="4304309" y="4478714"/>
                </a:cubicBezTo>
                <a:cubicBezTo>
                  <a:pt x="4304309" y="4478714"/>
                  <a:pt x="4304309" y="4478714"/>
                  <a:pt x="3979123" y="4756288"/>
                </a:cubicBezTo>
                <a:cubicBezTo>
                  <a:pt x="3979123" y="4756288"/>
                  <a:pt x="3979123" y="4756288"/>
                  <a:pt x="3957350" y="4737362"/>
                </a:cubicBezTo>
                <a:cubicBezTo>
                  <a:pt x="3957350" y="4737362"/>
                  <a:pt x="3957350" y="4737362"/>
                  <a:pt x="3957350" y="4753922"/>
                </a:cubicBezTo>
                <a:cubicBezTo>
                  <a:pt x="3957350" y="4753922"/>
                  <a:pt x="3957350" y="4753922"/>
                  <a:pt x="3973504" y="4768116"/>
                </a:cubicBezTo>
                <a:cubicBezTo>
                  <a:pt x="3973504" y="4768116"/>
                  <a:pt x="3973504" y="4768116"/>
                  <a:pt x="3973504" y="5114295"/>
                </a:cubicBezTo>
                <a:cubicBezTo>
                  <a:pt x="3973504" y="5114295"/>
                  <a:pt x="3973504" y="5114295"/>
                  <a:pt x="3957350" y="5100101"/>
                </a:cubicBezTo>
                <a:cubicBezTo>
                  <a:pt x="3957350" y="5100101"/>
                  <a:pt x="3957350" y="5100101"/>
                  <a:pt x="3957350" y="5116661"/>
                </a:cubicBezTo>
                <a:cubicBezTo>
                  <a:pt x="3957350" y="5116661"/>
                  <a:pt x="3957350" y="5116661"/>
                  <a:pt x="3971397" y="5129278"/>
                </a:cubicBezTo>
                <a:cubicBezTo>
                  <a:pt x="3971397" y="5129278"/>
                  <a:pt x="3971397" y="5129278"/>
                  <a:pt x="3971397" y="5306704"/>
                </a:cubicBezTo>
                <a:cubicBezTo>
                  <a:pt x="3971397" y="5306704"/>
                  <a:pt x="3971397" y="5306704"/>
                  <a:pt x="3983337" y="5309070"/>
                </a:cubicBezTo>
                <a:cubicBezTo>
                  <a:pt x="3983337" y="5309070"/>
                  <a:pt x="3983337" y="5309070"/>
                  <a:pt x="3983337" y="5134798"/>
                </a:cubicBezTo>
                <a:cubicBezTo>
                  <a:pt x="3983337" y="5134798"/>
                  <a:pt x="3983337" y="5134798"/>
                  <a:pt x="4153305" y="5283047"/>
                </a:cubicBezTo>
                <a:cubicBezTo>
                  <a:pt x="4153305" y="5283047"/>
                  <a:pt x="4153305" y="5283047"/>
                  <a:pt x="4160329" y="5272008"/>
                </a:cubicBezTo>
                <a:cubicBezTo>
                  <a:pt x="4160329" y="5272008"/>
                  <a:pt x="4160329" y="5272008"/>
                  <a:pt x="3991063" y="5125335"/>
                </a:cubicBezTo>
                <a:cubicBezTo>
                  <a:pt x="3991063" y="5125335"/>
                  <a:pt x="3991063" y="5125335"/>
                  <a:pt x="4316249" y="4847761"/>
                </a:cubicBezTo>
                <a:cubicBezTo>
                  <a:pt x="4316249" y="4847761"/>
                  <a:pt x="4316249" y="4847761"/>
                  <a:pt x="4392103" y="4913212"/>
                </a:cubicBezTo>
                <a:cubicBezTo>
                  <a:pt x="4392103" y="4913212"/>
                  <a:pt x="4392103" y="4913212"/>
                  <a:pt x="4636520" y="5126124"/>
                </a:cubicBezTo>
                <a:cubicBezTo>
                  <a:pt x="4636520" y="5126124"/>
                  <a:pt x="4636520" y="5126124"/>
                  <a:pt x="4311333" y="5403697"/>
                </a:cubicBezTo>
                <a:cubicBezTo>
                  <a:pt x="4311333" y="5403697"/>
                  <a:pt x="4311333" y="5403697"/>
                  <a:pt x="4160329" y="5272796"/>
                </a:cubicBezTo>
                <a:cubicBezTo>
                  <a:pt x="4160329" y="5272796"/>
                  <a:pt x="4160329" y="5272796"/>
                  <a:pt x="4154007" y="5283047"/>
                </a:cubicBezTo>
                <a:cubicBezTo>
                  <a:pt x="4154007" y="5283047"/>
                  <a:pt x="4154007" y="5283047"/>
                  <a:pt x="4305715" y="5415526"/>
                </a:cubicBezTo>
                <a:cubicBezTo>
                  <a:pt x="4305715" y="5415526"/>
                  <a:pt x="4305715" y="5415526"/>
                  <a:pt x="4305715" y="5761705"/>
                </a:cubicBezTo>
                <a:cubicBezTo>
                  <a:pt x="4305715" y="5761705"/>
                  <a:pt x="4305715" y="5761705"/>
                  <a:pt x="3983337" y="5480976"/>
                </a:cubicBezTo>
                <a:cubicBezTo>
                  <a:pt x="3983337" y="5480976"/>
                  <a:pt x="3983337" y="5480976"/>
                  <a:pt x="3983337" y="5309858"/>
                </a:cubicBezTo>
                <a:cubicBezTo>
                  <a:pt x="3983337" y="5309858"/>
                  <a:pt x="3983337" y="5309858"/>
                  <a:pt x="3971397" y="5307493"/>
                </a:cubicBezTo>
                <a:cubicBezTo>
                  <a:pt x="3971397" y="5307493"/>
                  <a:pt x="3971397" y="5307493"/>
                  <a:pt x="3971397" y="5487285"/>
                </a:cubicBezTo>
                <a:cubicBezTo>
                  <a:pt x="3971397" y="5487285"/>
                  <a:pt x="3971397" y="5487285"/>
                  <a:pt x="3755776" y="5671020"/>
                </a:cubicBezTo>
                <a:cubicBezTo>
                  <a:pt x="3755776" y="5671020"/>
                  <a:pt x="3755776" y="5671020"/>
                  <a:pt x="3639186" y="5770379"/>
                </a:cubicBezTo>
                <a:cubicBezTo>
                  <a:pt x="3639186" y="5770379"/>
                  <a:pt x="3639186" y="5770379"/>
                  <a:pt x="3639186" y="6021141"/>
                </a:cubicBezTo>
                <a:cubicBezTo>
                  <a:pt x="3639186" y="6021141"/>
                  <a:pt x="3639186" y="6021141"/>
                  <a:pt x="3651126" y="6026661"/>
                </a:cubicBezTo>
                <a:cubicBezTo>
                  <a:pt x="3651126" y="6026661"/>
                  <a:pt x="3651126" y="6026661"/>
                  <a:pt x="3651126" y="5786939"/>
                </a:cubicBezTo>
                <a:cubicBezTo>
                  <a:pt x="3651126" y="5786939"/>
                  <a:pt x="3651126" y="5786939"/>
                  <a:pt x="3973504" y="6067667"/>
                </a:cubicBezTo>
                <a:cubicBezTo>
                  <a:pt x="3973504" y="6067667"/>
                  <a:pt x="3973504" y="6067667"/>
                  <a:pt x="3973504" y="6413845"/>
                </a:cubicBezTo>
                <a:cubicBezTo>
                  <a:pt x="3973504" y="6413845"/>
                  <a:pt x="3973504" y="6413845"/>
                  <a:pt x="3651126" y="6133906"/>
                </a:cubicBezTo>
                <a:cubicBezTo>
                  <a:pt x="3651126" y="6133906"/>
                  <a:pt x="3651126" y="6133906"/>
                  <a:pt x="3651126" y="6027450"/>
                </a:cubicBezTo>
                <a:cubicBezTo>
                  <a:pt x="3651126" y="6027450"/>
                  <a:pt x="3651126" y="6027450"/>
                  <a:pt x="3639186" y="6021930"/>
                </a:cubicBezTo>
                <a:cubicBezTo>
                  <a:pt x="3639186" y="6021930"/>
                  <a:pt x="3639186" y="6021930"/>
                  <a:pt x="3639186" y="6140214"/>
                </a:cubicBezTo>
                <a:cubicBezTo>
                  <a:pt x="3639186" y="6140214"/>
                  <a:pt x="3639186" y="6140214"/>
                  <a:pt x="3979123" y="6435925"/>
                </a:cubicBezTo>
                <a:cubicBezTo>
                  <a:pt x="3979123" y="6435925"/>
                  <a:pt x="3979123" y="6435925"/>
                  <a:pt x="4316249" y="6147311"/>
                </a:cubicBezTo>
                <a:cubicBezTo>
                  <a:pt x="4316249" y="6147311"/>
                  <a:pt x="4316249" y="6147311"/>
                  <a:pt x="4397020" y="6217493"/>
                </a:cubicBezTo>
                <a:cubicBezTo>
                  <a:pt x="4397020" y="6217493"/>
                  <a:pt x="4397020" y="6217493"/>
                  <a:pt x="4403341" y="6206454"/>
                </a:cubicBezTo>
                <a:cubicBezTo>
                  <a:pt x="4403341" y="6206454"/>
                  <a:pt x="4403341" y="6206454"/>
                  <a:pt x="4397722" y="6218282"/>
                </a:cubicBezTo>
                <a:cubicBezTo>
                  <a:pt x="4397722" y="6218282"/>
                  <a:pt x="4397722" y="6218282"/>
                  <a:pt x="4640032" y="6429617"/>
                </a:cubicBezTo>
                <a:cubicBezTo>
                  <a:pt x="4640032" y="6429617"/>
                  <a:pt x="4640032" y="6429617"/>
                  <a:pt x="4640032" y="6784470"/>
                </a:cubicBezTo>
                <a:cubicBezTo>
                  <a:pt x="4640032" y="6784470"/>
                  <a:pt x="4640032" y="6784470"/>
                  <a:pt x="4583142" y="6833040"/>
                </a:cubicBezTo>
                <a:lnTo>
                  <a:pt x="4553907" y="6858000"/>
                </a:lnTo>
                <a:lnTo>
                  <a:pt x="303847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" tIns="900000">
            <a:noAutofit/>
          </a:bodyPr>
          <a:lstStyle>
            <a:lvl1pPr algn="l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</a:t>
            </a:r>
          </a:p>
          <a:p>
            <a:endParaRPr lang="fr-FR" dirty="0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8ADFDDB7-8C7E-D45A-96B3-1A9EBD1B6760}"/>
              </a:ext>
            </a:extLst>
          </p:cNvPr>
          <p:cNvGrpSpPr/>
          <p:nvPr/>
        </p:nvGrpSpPr>
        <p:grpSpPr>
          <a:xfrm>
            <a:off x="206373" y="6296024"/>
            <a:ext cx="468000" cy="468000"/>
            <a:chOff x="206373" y="6296024"/>
            <a:chExt cx="468000" cy="46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EBA0BEC-B644-623E-6D5F-4028774EC28B}"/>
                </a:ext>
              </a:extLst>
            </p:cNvPr>
            <p:cNvSpPr/>
            <p:nvPr/>
          </p:nvSpPr>
          <p:spPr>
            <a:xfrm>
              <a:off x="206373" y="6296024"/>
              <a:ext cx="468000" cy="46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pic>
          <p:nvPicPr>
            <p:cNvPr id="22" name="Logo CEA">
              <a:extLst>
                <a:ext uri="{FF2B5EF4-FFF2-40B4-BE49-F238E27FC236}">
                  <a16:creationId xmlns:a16="http://schemas.microsoft.com/office/drawing/2014/main" id="{41781B71-FA7E-3A77-138A-F8EC20861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7897" y="6343650"/>
              <a:ext cx="365991" cy="365991"/>
            </a:xfrm>
            <a:prstGeom prst="rect">
              <a:avLst/>
            </a:prstGeom>
          </p:spPr>
        </p:pic>
      </p:grp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Visuel + contenu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916" y="1381125"/>
            <a:ext cx="5979247" cy="453231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10" name="Titre 10">
            <a:extLst>
              <a:ext uri="{FF2B5EF4-FFF2-40B4-BE49-F238E27FC236}">
                <a16:creationId xmlns:a16="http://schemas.microsoft.com/office/drawing/2014/main" id="{E8A77A76-28CB-5629-14F2-37B56A98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3721" y="314036"/>
            <a:ext cx="5976441" cy="87182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11528" y="6344083"/>
            <a:ext cx="4064271" cy="365125"/>
          </a:xfrm>
        </p:spPr>
        <p:txBody>
          <a:bodyPr/>
          <a:lstStyle/>
          <a:p>
            <a:r>
              <a:rPr lang="fr-FR" dirty="0"/>
              <a:t>Exemple de pied de page (</a:t>
            </a:r>
            <a:r>
              <a:rPr lang="fr-FR" dirty="0" err="1"/>
              <a:t>A</a:t>
            </a:r>
            <a:r>
              <a:rPr lang="fr-FR" dirty="0"/>
              <a:t> modifier dans l'onglet "Insertion"/"En-tête/Pied"</a:t>
            </a:r>
          </a:p>
        </p:txBody>
      </p:sp>
    </p:spTree>
    <p:extLst>
      <p:ext uri="{BB962C8B-B14F-4D97-AF65-F5344CB8AC3E}">
        <p14:creationId xmlns:p14="http://schemas.microsoft.com/office/powerpoint/2010/main" val="13290519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uel haut 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5B768F97-EB7A-FDD7-6E36-781A0783E3F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27685"/>
            <a:ext cx="12086611" cy="2408285"/>
          </a:xfrm>
          <a:custGeom>
            <a:avLst/>
            <a:gdLst>
              <a:gd name="connsiteX0" fmla="*/ 11874479 w 12086611"/>
              <a:gd name="connsiteY0" fmla="*/ 2376194 h 2408285"/>
              <a:gd name="connsiteX1" fmla="*/ 11897822 w 12086611"/>
              <a:gd name="connsiteY1" fmla="*/ 2397884 h 2408285"/>
              <a:gd name="connsiteX2" fmla="*/ 11898186 w 12086611"/>
              <a:gd name="connsiteY2" fmla="*/ 2398222 h 2408285"/>
              <a:gd name="connsiteX3" fmla="*/ 11850311 w 12086611"/>
              <a:gd name="connsiteY3" fmla="*/ 2398222 h 2408285"/>
              <a:gd name="connsiteX4" fmla="*/ 11852466 w 12086611"/>
              <a:gd name="connsiteY4" fmla="*/ 2396257 h 2408285"/>
              <a:gd name="connsiteX5" fmla="*/ 11875838 w 12086611"/>
              <a:gd name="connsiteY5" fmla="*/ 2252563 h 2408285"/>
              <a:gd name="connsiteX6" fmla="*/ 11979865 w 12086611"/>
              <a:gd name="connsiteY6" fmla="*/ 2349082 h 2408285"/>
              <a:gd name="connsiteX7" fmla="*/ 11979865 w 12086611"/>
              <a:gd name="connsiteY7" fmla="*/ 2378140 h 2408285"/>
              <a:gd name="connsiteX8" fmla="*/ 11979865 w 12086611"/>
              <a:gd name="connsiteY8" fmla="*/ 2398222 h 2408285"/>
              <a:gd name="connsiteX9" fmla="*/ 11904568 w 12086611"/>
              <a:gd name="connsiteY9" fmla="*/ 2398222 h 2408285"/>
              <a:gd name="connsiteX10" fmla="*/ 11903035 w 12086611"/>
              <a:gd name="connsiteY10" fmla="*/ 2396799 h 2408285"/>
              <a:gd name="connsiteX11" fmla="*/ 11897822 w 12086611"/>
              <a:gd name="connsiteY11" fmla="*/ 2397884 h 2408285"/>
              <a:gd name="connsiteX12" fmla="*/ 11902808 w 12086611"/>
              <a:gd name="connsiteY12" fmla="*/ 2396528 h 2408285"/>
              <a:gd name="connsiteX13" fmla="*/ 11875838 w 12086611"/>
              <a:gd name="connsiteY13" fmla="*/ 2371585 h 2408285"/>
              <a:gd name="connsiteX14" fmla="*/ 11768639 w 12086611"/>
              <a:gd name="connsiteY14" fmla="*/ 2029973 h 2408285"/>
              <a:gd name="connsiteX15" fmla="*/ 11835724 w 12086611"/>
              <a:gd name="connsiteY15" fmla="*/ 2092331 h 2408285"/>
              <a:gd name="connsiteX16" fmla="*/ 11872666 w 12086611"/>
              <a:gd name="connsiteY16" fmla="*/ 2126492 h 2408285"/>
              <a:gd name="connsiteX17" fmla="*/ 11872666 w 12086611"/>
              <a:gd name="connsiteY17" fmla="*/ 2245514 h 2408285"/>
              <a:gd name="connsiteX18" fmla="*/ 11795609 w 12086611"/>
              <a:gd name="connsiteY18" fmla="*/ 2174210 h 2408285"/>
              <a:gd name="connsiteX19" fmla="*/ 11768639 w 12086611"/>
              <a:gd name="connsiteY19" fmla="*/ 2149266 h 2408285"/>
              <a:gd name="connsiteX20" fmla="*/ 11658947 w 12086611"/>
              <a:gd name="connsiteY20" fmla="*/ 1929930 h 2408285"/>
              <a:gd name="connsiteX21" fmla="*/ 11763653 w 12086611"/>
              <a:gd name="connsiteY21" fmla="*/ 2027262 h 2408285"/>
              <a:gd name="connsiteX22" fmla="*/ 11658721 w 12086611"/>
              <a:gd name="connsiteY22" fmla="*/ 2122697 h 2408285"/>
              <a:gd name="connsiteX23" fmla="*/ 11554014 w 12086611"/>
              <a:gd name="connsiteY23" fmla="*/ 2025364 h 2408285"/>
              <a:gd name="connsiteX24" fmla="*/ 11590503 w 12086611"/>
              <a:gd name="connsiteY24" fmla="*/ 1992287 h 2408285"/>
              <a:gd name="connsiteX25" fmla="*/ 11983265 w 12086611"/>
              <a:gd name="connsiteY25" fmla="*/ 1707069 h 2408285"/>
              <a:gd name="connsiteX26" fmla="*/ 12086611 w 12086611"/>
              <a:gd name="connsiteY26" fmla="*/ 1802775 h 2408285"/>
              <a:gd name="connsiteX27" fmla="*/ 11981678 w 12086611"/>
              <a:gd name="connsiteY27" fmla="*/ 1898209 h 2408285"/>
              <a:gd name="connsiteX28" fmla="*/ 11946776 w 12086611"/>
              <a:gd name="connsiteY28" fmla="*/ 1865674 h 2408285"/>
              <a:gd name="connsiteX29" fmla="*/ 11944736 w 12086611"/>
              <a:gd name="connsiteY29" fmla="*/ 1869741 h 2408285"/>
              <a:gd name="connsiteX30" fmla="*/ 11979865 w 12086611"/>
              <a:gd name="connsiteY30" fmla="*/ 1902276 h 2408285"/>
              <a:gd name="connsiteX31" fmla="*/ 11979865 w 12086611"/>
              <a:gd name="connsiteY31" fmla="*/ 2021298 h 2408285"/>
              <a:gd name="connsiteX32" fmla="*/ 11904621 w 12086611"/>
              <a:gd name="connsiteY32" fmla="*/ 1951619 h 2408285"/>
              <a:gd name="connsiteX33" fmla="*/ 11902582 w 12086611"/>
              <a:gd name="connsiteY33" fmla="*/ 1955957 h 2408285"/>
              <a:gd name="connsiteX34" fmla="*/ 11979412 w 12086611"/>
              <a:gd name="connsiteY34" fmla="*/ 2027262 h 2408285"/>
              <a:gd name="connsiteX35" fmla="*/ 11874479 w 12086611"/>
              <a:gd name="connsiteY35" fmla="*/ 2122697 h 2408285"/>
              <a:gd name="connsiteX36" fmla="*/ 11837764 w 12086611"/>
              <a:gd name="connsiteY36" fmla="*/ 2088535 h 2408285"/>
              <a:gd name="connsiteX37" fmla="*/ 11835724 w 12086611"/>
              <a:gd name="connsiteY37" fmla="*/ 2092331 h 2408285"/>
              <a:gd name="connsiteX38" fmla="*/ 11837537 w 12086611"/>
              <a:gd name="connsiteY38" fmla="*/ 2088264 h 2408285"/>
              <a:gd name="connsiteX39" fmla="*/ 11769772 w 12086611"/>
              <a:gd name="connsiteY39" fmla="*/ 2025364 h 2408285"/>
              <a:gd name="connsiteX40" fmla="*/ 11874705 w 12086611"/>
              <a:gd name="connsiteY40" fmla="*/ 1929930 h 2408285"/>
              <a:gd name="connsiteX41" fmla="*/ 11902355 w 12086611"/>
              <a:gd name="connsiteY41" fmla="*/ 1955686 h 2408285"/>
              <a:gd name="connsiteX42" fmla="*/ 11904621 w 12086611"/>
              <a:gd name="connsiteY42" fmla="*/ 1951349 h 2408285"/>
              <a:gd name="connsiteX43" fmla="*/ 11875838 w 12086611"/>
              <a:gd name="connsiteY43" fmla="*/ 1924778 h 2408285"/>
              <a:gd name="connsiteX44" fmla="*/ 11875838 w 12086611"/>
              <a:gd name="connsiteY44" fmla="*/ 1805757 h 2408285"/>
              <a:gd name="connsiteX45" fmla="*/ 11944736 w 12086611"/>
              <a:gd name="connsiteY45" fmla="*/ 1869470 h 2408285"/>
              <a:gd name="connsiteX46" fmla="*/ 11946549 w 12086611"/>
              <a:gd name="connsiteY46" fmla="*/ 1865674 h 2408285"/>
              <a:gd name="connsiteX47" fmla="*/ 11878332 w 12086611"/>
              <a:gd name="connsiteY47" fmla="*/ 1802503 h 2408285"/>
              <a:gd name="connsiteX48" fmla="*/ 11768639 w 12086611"/>
              <a:gd name="connsiteY48" fmla="*/ 1583167 h 2408285"/>
              <a:gd name="connsiteX49" fmla="*/ 11840257 w 12086611"/>
              <a:gd name="connsiteY49" fmla="*/ 1649591 h 2408285"/>
              <a:gd name="connsiteX50" fmla="*/ 11842523 w 12086611"/>
              <a:gd name="connsiteY50" fmla="*/ 1646067 h 2408285"/>
              <a:gd name="connsiteX51" fmla="*/ 11840483 w 12086611"/>
              <a:gd name="connsiteY51" fmla="*/ 1649591 h 2408285"/>
              <a:gd name="connsiteX52" fmla="*/ 11872666 w 12086611"/>
              <a:gd name="connsiteY52" fmla="*/ 1679686 h 2408285"/>
              <a:gd name="connsiteX53" fmla="*/ 11872666 w 12086611"/>
              <a:gd name="connsiteY53" fmla="*/ 1798708 h 2408285"/>
              <a:gd name="connsiteX54" fmla="*/ 11794249 w 12086611"/>
              <a:gd name="connsiteY54" fmla="*/ 1726047 h 2408285"/>
              <a:gd name="connsiteX55" fmla="*/ 11791983 w 12086611"/>
              <a:gd name="connsiteY55" fmla="*/ 1729572 h 2408285"/>
              <a:gd name="connsiteX56" fmla="*/ 11794023 w 12086611"/>
              <a:gd name="connsiteY56" fmla="*/ 1725776 h 2408285"/>
              <a:gd name="connsiteX57" fmla="*/ 11768639 w 12086611"/>
              <a:gd name="connsiteY57" fmla="*/ 1702189 h 2408285"/>
              <a:gd name="connsiteX58" fmla="*/ 11874705 w 12086611"/>
              <a:gd name="connsiteY58" fmla="*/ 1483123 h 2408285"/>
              <a:gd name="connsiteX59" fmla="*/ 11979412 w 12086611"/>
              <a:gd name="connsiteY59" fmla="*/ 1580184 h 2408285"/>
              <a:gd name="connsiteX60" fmla="*/ 11874479 w 12086611"/>
              <a:gd name="connsiteY60" fmla="*/ 1675619 h 2408285"/>
              <a:gd name="connsiteX61" fmla="*/ 11842523 w 12086611"/>
              <a:gd name="connsiteY61" fmla="*/ 1646067 h 2408285"/>
              <a:gd name="connsiteX62" fmla="*/ 11769772 w 12086611"/>
              <a:gd name="connsiteY62" fmla="*/ 1578558 h 2408285"/>
              <a:gd name="connsiteX63" fmla="*/ 11766146 w 12086611"/>
              <a:gd name="connsiteY63" fmla="*/ 1258907 h 2408285"/>
              <a:gd name="connsiteX64" fmla="*/ 11870853 w 12086611"/>
              <a:gd name="connsiteY64" fmla="*/ 1355968 h 2408285"/>
              <a:gd name="connsiteX65" fmla="*/ 11765920 w 12086611"/>
              <a:gd name="connsiteY65" fmla="*/ 1451673 h 2408285"/>
              <a:gd name="connsiteX66" fmla="*/ 11661213 w 12086611"/>
              <a:gd name="connsiteY66" fmla="*/ 1354341 h 2408285"/>
              <a:gd name="connsiteX67" fmla="*/ 11763200 w 12086611"/>
              <a:gd name="connsiteY67" fmla="*/ 1261618 h 2408285"/>
              <a:gd name="connsiteX68" fmla="*/ 11661213 w 12086611"/>
              <a:gd name="connsiteY68" fmla="*/ 913228 h 2408285"/>
              <a:gd name="connsiteX69" fmla="*/ 11728298 w 12086611"/>
              <a:gd name="connsiteY69" fmla="*/ 975315 h 2408285"/>
              <a:gd name="connsiteX70" fmla="*/ 11730338 w 12086611"/>
              <a:gd name="connsiteY70" fmla="*/ 971519 h 2408285"/>
              <a:gd name="connsiteX71" fmla="*/ 11728525 w 12086611"/>
              <a:gd name="connsiteY71" fmla="*/ 975586 h 2408285"/>
              <a:gd name="connsiteX72" fmla="*/ 11765240 w 12086611"/>
              <a:gd name="connsiteY72" fmla="*/ 1009747 h 2408285"/>
              <a:gd name="connsiteX73" fmla="*/ 11765240 w 12086611"/>
              <a:gd name="connsiteY73" fmla="*/ 1128769 h 2408285"/>
              <a:gd name="connsiteX74" fmla="*/ 11688410 w 12086611"/>
              <a:gd name="connsiteY74" fmla="*/ 1057464 h 2408285"/>
              <a:gd name="connsiteX75" fmla="*/ 11686370 w 12086611"/>
              <a:gd name="connsiteY75" fmla="*/ 1061260 h 2408285"/>
              <a:gd name="connsiteX76" fmla="*/ 11688183 w 12086611"/>
              <a:gd name="connsiteY76" fmla="*/ 1057193 h 2408285"/>
              <a:gd name="connsiteX77" fmla="*/ 11661213 w 12086611"/>
              <a:gd name="connsiteY77" fmla="*/ 1032250 h 2408285"/>
              <a:gd name="connsiteX78" fmla="*/ 11876065 w 12086611"/>
              <a:gd name="connsiteY78" fmla="*/ 590053 h 2408285"/>
              <a:gd name="connsiteX79" fmla="*/ 11979412 w 12086611"/>
              <a:gd name="connsiteY79" fmla="*/ 686029 h 2408285"/>
              <a:gd name="connsiteX80" fmla="*/ 11874479 w 12086611"/>
              <a:gd name="connsiteY80" fmla="*/ 781464 h 2408285"/>
              <a:gd name="connsiteX81" fmla="*/ 11839350 w 12086611"/>
              <a:gd name="connsiteY81" fmla="*/ 748929 h 2408285"/>
              <a:gd name="connsiteX82" fmla="*/ 11837537 w 12086611"/>
              <a:gd name="connsiteY82" fmla="*/ 752725 h 2408285"/>
              <a:gd name="connsiteX83" fmla="*/ 11872666 w 12086611"/>
              <a:gd name="connsiteY83" fmla="*/ 785259 h 2408285"/>
              <a:gd name="connsiteX84" fmla="*/ 11872666 w 12086611"/>
              <a:gd name="connsiteY84" fmla="*/ 904552 h 2408285"/>
              <a:gd name="connsiteX85" fmla="*/ 11797422 w 12086611"/>
              <a:gd name="connsiteY85" fmla="*/ 834603 h 2408285"/>
              <a:gd name="connsiteX86" fmla="*/ 11795383 w 12086611"/>
              <a:gd name="connsiteY86" fmla="*/ 838941 h 2408285"/>
              <a:gd name="connsiteX87" fmla="*/ 11871986 w 12086611"/>
              <a:gd name="connsiteY87" fmla="*/ 910246 h 2408285"/>
              <a:gd name="connsiteX88" fmla="*/ 11767053 w 12086611"/>
              <a:gd name="connsiteY88" fmla="*/ 1005680 h 2408285"/>
              <a:gd name="connsiteX89" fmla="*/ 11730338 w 12086611"/>
              <a:gd name="connsiteY89" fmla="*/ 971519 h 2408285"/>
              <a:gd name="connsiteX90" fmla="*/ 11662573 w 12086611"/>
              <a:gd name="connsiteY90" fmla="*/ 908619 h 2408285"/>
              <a:gd name="connsiteX91" fmla="*/ 11767506 w 12086611"/>
              <a:gd name="connsiteY91" fmla="*/ 813185 h 2408285"/>
              <a:gd name="connsiteX92" fmla="*/ 11795156 w 12086611"/>
              <a:gd name="connsiteY92" fmla="*/ 838941 h 2408285"/>
              <a:gd name="connsiteX93" fmla="*/ 11797196 w 12086611"/>
              <a:gd name="connsiteY93" fmla="*/ 834603 h 2408285"/>
              <a:gd name="connsiteX94" fmla="*/ 11768639 w 12086611"/>
              <a:gd name="connsiteY94" fmla="*/ 808034 h 2408285"/>
              <a:gd name="connsiteX95" fmla="*/ 11768639 w 12086611"/>
              <a:gd name="connsiteY95" fmla="*/ 688741 h 2408285"/>
              <a:gd name="connsiteX96" fmla="*/ 11837310 w 12086611"/>
              <a:gd name="connsiteY96" fmla="*/ 752725 h 2408285"/>
              <a:gd name="connsiteX97" fmla="*/ 11839350 w 12086611"/>
              <a:gd name="connsiteY97" fmla="*/ 748658 h 2408285"/>
              <a:gd name="connsiteX98" fmla="*/ 11771132 w 12086611"/>
              <a:gd name="connsiteY98" fmla="*/ 685487 h 2408285"/>
              <a:gd name="connsiteX99" fmla="*/ 11661213 w 12086611"/>
              <a:gd name="connsiteY99" fmla="*/ 466151 h 2408285"/>
              <a:gd name="connsiteX100" fmla="*/ 11733057 w 12086611"/>
              <a:gd name="connsiteY100" fmla="*/ 532846 h 2408285"/>
              <a:gd name="connsiteX101" fmla="*/ 11765240 w 12086611"/>
              <a:gd name="connsiteY101" fmla="*/ 562669 h 2408285"/>
              <a:gd name="connsiteX102" fmla="*/ 11765240 w 12086611"/>
              <a:gd name="connsiteY102" fmla="*/ 681691 h 2408285"/>
              <a:gd name="connsiteX103" fmla="*/ 11687050 w 12086611"/>
              <a:gd name="connsiteY103" fmla="*/ 609031 h 2408285"/>
              <a:gd name="connsiteX104" fmla="*/ 11684784 w 12086611"/>
              <a:gd name="connsiteY104" fmla="*/ 612827 h 2408285"/>
              <a:gd name="connsiteX105" fmla="*/ 11763653 w 12086611"/>
              <a:gd name="connsiteY105" fmla="*/ 686029 h 2408285"/>
              <a:gd name="connsiteX106" fmla="*/ 11658721 w 12086611"/>
              <a:gd name="connsiteY106" fmla="*/ 781464 h 2408285"/>
              <a:gd name="connsiteX107" fmla="*/ 11609994 w 12086611"/>
              <a:gd name="connsiteY107" fmla="*/ 736187 h 2408285"/>
              <a:gd name="connsiteX108" fmla="*/ 11555374 w 12086611"/>
              <a:gd name="connsiteY108" fmla="*/ 685487 h 2408285"/>
              <a:gd name="connsiteX109" fmla="*/ 11660307 w 12086611"/>
              <a:gd name="connsiteY109" fmla="*/ 590053 h 2408285"/>
              <a:gd name="connsiteX110" fmla="*/ 11684557 w 12086611"/>
              <a:gd name="connsiteY110" fmla="*/ 612556 h 2408285"/>
              <a:gd name="connsiteX111" fmla="*/ 11686824 w 12086611"/>
              <a:gd name="connsiteY111" fmla="*/ 609031 h 2408285"/>
              <a:gd name="connsiteX112" fmla="*/ 11661213 w 12086611"/>
              <a:gd name="connsiteY112" fmla="*/ 585444 h 2408285"/>
              <a:gd name="connsiteX113" fmla="*/ 11767506 w 12086611"/>
              <a:gd name="connsiteY113" fmla="*/ 366107 h 2408285"/>
              <a:gd name="connsiteX114" fmla="*/ 11871986 w 12086611"/>
              <a:gd name="connsiteY114" fmla="*/ 463440 h 2408285"/>
              <a:gd name="connsiteX115" fmla="*/ 11767053 w 12086611"/>
              <a:gd name="connsiteY115" fmla="*/ 558874 h 2408285"/>
              <a:gd name="connsiteX116" fmla="*/ 11735324 w 12086611"/>
              <a:gd name="connsiteY116" fmla="*/ 529322 h 2408285"/>
              <a:gd name="connsiteX117" fmla="*/ 11733057 w 12086611"/>
              <a:gd name="connsiteY117" fmla="*/ 532846 h 2408285"/>
              <a:gd name="connsiteX118" fmla="*/ 11735097 w 12086611"/>
              <a:gd name="connsiteY118" fmla="*/ 529051 h 2408285"/>
              <a:gd name="connsiteX119" fmla="*/ 11662573 w 12086611"/>
              <a:gd name="connsiteY119" fmla="*/ 461542 h 2408285"/>
              <a:gd name="connsiteX120" fmla="*/ 11658947 w 12086611"/>
              <a:gd name="connsiteY120" fmla="*/ 142162 h 2408285"/>
              <a:gd name="connsiteX121" fmla="*/ 11763653 w 12086611"/>
              <a:gd name="connsiteY121" fmla="*/ 239223 h 2408285"/>
              <a:gd name="connsiteX122" fmla="*/ 11658721 w 12086611"/>
              <a:gd name="connsiteY122" fmla="*/ 334657 h 2408285"/>
              <a:gd name="connsiteX123" fmla="*/ 11554014 w 12086611"/>
              <a:gd name="connsiteY123" fmla="*/ 237596 h 2408285"/>
              <a:gd name="connsiteX124" fmla="*/ 11656001 w 12086611"/>
              <a:gd name="connsiteY124" fmla="*/ 144873 h 2408285"/>
              <a:gd name="connsiteX125" fmla="*/ 11690766 w 12086611"/>
              <a:gd name="connsiteY125" fmla="*/ 40330 h 2408285"/>
              <a:gd name="connsiteX126" fmla="*/ 11845185 w 12086611"/>
              <a:gd name="connsiteY126" fmla="*/ 40330 h 2408285"/>
              <a:gd name="connsiteX127" fmla="*/ 11840228 w 12086611"/>
              <a:gd name="connsiteY127" fmla="*/ 44830 h 2408285"/>
              <a:gd name="connsiteX128" fmla="*/ 11767053 w 12086611"/>
              <a:gd name="connsiteY128" fmla="*/ 111254 h 2408285"/>
              <a:gd name="connsiteX129" fmla="*/ 11712546 w 12086611"/>
              <a:gd name="connsiteY129" fmla="*/ 60579 h 2408285"/>
              <a:gd name="connsiteX130" fmla="*/ 11661213 w 12086611"/>
              <a:gd name="connsiteY130" fmla="*/ 40330 h 2408285"/>
              <a:gd name="connsiteX131" fmla="*/ 11684643 w 12086611"/>
              <a:gd name="connsiteY131" fmla="*/ 40330 h 2408285"/>
              <a:gd name="connsiteX132" fmla="*/ 11690280 w 12086611"/>
              <a:gd name="connsiteY132" fmla="*/ 45575 h 2408285"/>
              <a:gd name="connsiteX133" fmla="*/ 11765240 w 12086611"/>
              <a:gd name="connsiteY133" fmla="*/ 115321 h 2408285"/>
              <a:gd name="connsiteX134" fmla="*/ 11765240 w 12086611"/>
              <a:gd name="connsiteY134" fmla="*/ 234343 h 2408285"/>
              <a:gd name="connsiteX135" fmla="*/ 11661213 w 12086611"/>
              <a:gd name="connsiteY135" fmla="*/ 137824 h 2408285"/>
              <a:gd name="connsiteX136" fmla="*/ 11661213 w 12086611"/>
              <a:gd name="connsiteY136" fmla="*/ 69350 h 2408285"/>
              <a:gd name="connsiteX137" fmla="*/ 0 w 12086611"/>
              <a:gd name="connsiteY137" fmla="*/ 0 h 2408285"/>
              <a:gd name="connsiteX138" fmla="*/ 11657587 w 12086611"/>
              <a:gd name="connsiteY138" fmla="*/ 40330 h 2408285"/>
              <a:gd name="connsiteX139" fmla="*/ 11657587 w 12086611"/>
              <a:gd name="connsiteY139" fmla="*/ 41002 h 2408285"/>
              <a:gd name="connsiteX140" fmla="*/ 11657587 w 12086611"/>
              <a:gd name="connsiteY140" fmla="*/ 137824 h 2408285"/>
              <a:gd name="connsiteX141" fmla="*/ 11653055 w 12086611"/>
              <a:gd name="connsiteY141" fmla="*/ 141891 h 2408285"/>
              <a:gd name="connsiteX142" fmla="*/ 11656001 w 12086611"/>
              <a:gd name="connsiteY142" fmla="*/ 144873 h 2408285"/>
              <a:gd name="connsiteX143" fmla="*/ 11652828 w 12086611"/>
              <a:gd name="connsiteY143" fmla="*/ 141891 h 2408285"/>
              <a:gd name="connsiteX144" fmla="*/ 11549028 w 12086611"/>
              <a:gd name="connsiteY144" fmla="*/ 236512 h 2408285"/>
              <a:gd name="connsiteX145" fmla="*/ 11549028 w 12086611"/>
              <a:gd name="connsiteY145" fmla="*/ 243019 h 2408285"/>
              <a:gd name="connsiteX146" fmla="*/ 11552881 w 12086611"/>
              <a:gd name="connsiteY146" fmla="*/ 246543 h 2408285"/>
              <a:gd name="connsiteX147" fmla="*/ 11552881 w 12086611"/>
              <a:gd name="connsiteY147" fmla="*/ 242205 h 2408285"/>
              <a:gd name="connsiteX148" fmla="*/ 11656681 w 12086611"/>
              <a:gd name="connsiteY148" fmla="*/ 338724 h 2408285"/>
              <a:gd name="connsiteX149" fmla="*/ 11656681 w 12086611"/>
              <a:gd name="connsiteY149" fmla="*/ 457746 h 2408285"/>
              <a:gd name="connsiteX150" fmla="*/ 11552881 w 12086611"/>
              <a:gd name="connsiteY150" fmla="*/ 361227 h 2408285"/>
              <a:gd name="connsiteX151" fmla="*/ 11552881 w 12086611"/>
              <a:gd name="connsiteY151" fmla="*/ 246814 h 2408285"/>
              <a:gd name="connsiteX152" fmla="*/ 11549028 w 12086611"/>
              <a:gd name="connsiteY152" fmla="*/ 243290 h 2408285"/>
              <a:gd name="connsiteX153" fmla="*/ 11549028 w 12086611"/>
              <a:gd name="connsiteY153" fmla="*/ 363125 h 2408285"/>
              <a:gd name="connsiteX154" fmla="*/ 11441829 w 12086611"/>
              <a:gd name="connsiteY154" fmla="*/ 460457 h 2408285"/>
              <a:gd name="connsiteX155" fmla="*/ 11441829 w 12086611"/>
              <a:gd name="connsiteY155" fmla="*/ 587613 h 2408285"/>
              <a:gd name="connsiteX156" fmla="*/ 11544269 w 12086611"/>
              <a:gd name="connsiteY156" fmla="*/ 682505 h 2408285"/>
              <a:gd name="connsiteX157" fmla="*/ 11544269 w 12086611"/>
              <a:gd name="connsiteY157" fmla="*/ 676811 h 2408285"/>
              <a:gd name="connsiteX158" fmla="*/ 11445455 w 12086611"/>
              <a:gd name="connsiteY158" fmla="*/ 585444 h 2408285"/>
              <a:gd name="connsiteX159" fmla="*/ 11445455 w 12086611"/>
              <a:gd name="connsiteY159" fmla="*/ 466151 h 2408285"/>
              <a:gd name="connsiteX160" fmla="*/ 11544269 w 12086611"/>
              <a:gd name="connsiteY160" fmla="*/ 557789 h 2408285"/>
              <a:gd name="connsiteX161" fmla="*/ 11544269 w 12086611"/>
              <a:gd name="connsiteY161" fmla="*/ 552096 h 2408285"/>
              <a:gd name="connsiteX162" fmla="*/ 11446815 w 12086611"/>
              <a:gd name="connsiteY162" fmla="*/ 461542 h 2408285"/>
              <a:gd name="connsiteX163" fmla="*/ 11551748 w 12086611"/>
              <a:gd name="connsiteY163" fmla="*/ 366107 h 2408285"/>
              <a:gd name="connsiteX164" fmla="*/ 11656454 w 12086611"/>
              <a:gd name="connsiteY164" fmla="*/ 463440 h 2408285"/>
              <a:gd name="connsiteX165" fmla="*/ 11551521 w 12086611"/>
              <a:gd name="connsiteY165" fmla="*/ 558874 h 2408285"/>
              <a:gd name="connsiteX166" fmla="*/ 11544495 w 12086611"/>
              <a:gd name="connsiteY166" fmla="*/ 552367 h 2408285"/>
              <a:gd name="connsiteX167" fmla="*/ 11544495 w 12086611"/>
              <a:gd name="connsiteY167" fmla="*/ 558061 h 2408285"/>
              <a:gd name="connsiteX168" fmla="*/ 11549482 w 12086611"/>
              <a:gd name="connsiteY168" fmla="*/ 562669 h 2408285"/>
              <a:gd name="connsiteX169" fmla="*/ 11549482 w 12086611"/>
              <a:gd name="connsiteY169" fmla="*/ 681691 h 2408285"/>
              <a:gd name="connsiteX170" fmla="*/ 11544495 w 12086611"/>
              <a:gd name="connsiteY170" fmla="*/ 677083 h 2408285"/>
              <a:gd name="connsiteX171" fmla="*/ 11544495 w 12086611"/>
              <a:gd name="connsiteY171" fmla="*/ 682776 h 2408285"/>
              <a:gd name="connsiteX172" fmla="*/ 11549028 w 12086611"/>
              <a:gd name="connsiteY172" fmla="*/ 687114 h 2408285"/>
              <a:gd name="connsiteX173" fmla="*/ 11549028 w 12086611"/>
              <a:gd name="connsiteY173" fmla="*/ 748116 h 2408285"/>
              <a:gd name="connsiteX174" fmla="*/ 11552881 w 12086611"/>
              <a:gd name="connsiteY174" fmla="*/ 748658 h 2408285"/>
              <a:gd name="connsiteX175" fmla="*/ 11552881 w 12086611"/>
              <a:gd name="connsiteY175" fmla="*/ 688741 h 2408285"/>
              <a:gd name="connsiteX176" fmla="*/ 11607727 w 12086611"/>
              <a:gd name="connsiteY176" fmla="*/ 739711 h 2408285"/>
              <a:gd name="connsiteX177" fmla="*/ 11609994 w 12086611"/>
              <a:gd name="connsiteY177" fmla="*/ 736187 h 2408285"/>
              <a:gd name="connsiteX178" fmla="*/ 11607727 w 12086611"/>
              <a:gd name="connsiteY178" fmla="*/ 739982 h 2408285"/>
              <a:gd name="connsiteX179" fmla="*/ 11656681 w 12086611"/>
              <a:gd name="connsiteY179" fmla="*/ 785259 h 2408285"/>
              <a:gd name="connsiteX180" fmla="*/ 11656681 w 12086611"/>
              <a:gd name="connsiteY180" fmla="*/ 904552 h 2408285"/>
              <a:gd name="connsiteX181" fmla="*/ 11552881 w 12086611"/>
              <a:gd name="connsiteY181" fmla="*/ 808034 h 2408285"/>
              <a:gd name="connsiteX182" fmla="*/ 11552881 w 12086611"/>
              <a:gd name="connsiteY182" fmla="*/ 748929 h 2408285"/>
              <a:gd name="connsiteX183" fmla="*/ 11549028 w 12086611"/>
              <a:gd name="connsiteY183" fmla="*/ 748387 h 2408285"/>
              <a:gd name="connsiteX184" fmla="*/ 11549028 w 12086611"/>
              <a:gd name="connsiteY184" fmla="*/ 809931 h 2408285"/>
              <a:gd name="connsiteX185" fmla="*/ 11479451 w 12086611"/>
              <a:gd name="connsiteY185" fmla="*/ 873102 h 2408285"/>
              <a:gd name="connsiteX186" fmla="*/ 11483304 w 12086611"/>
              <a:gd name="connsiteY186" fmla="*/ 875271 h 2408285"/>
              <a:gd name="connsiteX187" fmla="*/ 11551748 w 12086611"/>
              <a:gd name="connsiteY187" fmla="*/ 813185 h 2408285"/>
              <a:gd name="connsiteX188" fmla="*/ 11656454 w 12086611"/>
              <a:gd name="connsiteY188" fmla="*/ 910246 h 2408285"/>
              <a:gd name="connsiteX189" fmla="*/ 11551521 w 12086611"/>
              <a:gd name="connsiteY189" fmla="*/ 1005680 h 2408285"/>
              <a:gd name="connsiteX190" fmla="*/ 11446815 w 12086611"/>
              <a:gd name="connsiteY190" fmla="*/ 908619 h 2408285"/>
              <a:gd name="connsiteX191" fmla="*/ 11483077 w 12086611"/>
              <a:gd name="connsiteY191" fmla="*/ 875543 h 2408285"/>
              <a:gd name="connsiteX192" fmla="*/ 11479224 w 12086611"/>
              <a:gd name="connsiteY192" fmla="*/ 873374 h 2408285"/>
              <a:gd name="connsiteX193" fmla="*/ 11441829 w 12086611"/>
              <a:gd name="connsiteY193" fmla="*/ 907535 h 2408285"/>
              <a:gd name="connsiteX194" fmla="*/ 11441829 w 12086611"/>
              <a:gd name="connsiteY194" fmla="*/ 993751 h 2408285"/>
              <a:gd name="connsiteX195" fmla="*/ 11445455 w 12086611"/>
              <a:gd name="connsiteY195" fmla="*/ 995649 h 2408285"/>
              <a:gd name="connsiteX196" fmla="*/ 11445455 w 12086611"/>
              <a:gd name="connsiteY196" fmla="*/ 913228 h 2408285"/>
              <a:gd name="connsiteX197" fmla="*/ 11549482 w 12086611"/>
              <a:gd name="connsiteY197" fmla="*/ 1009747 h 2408285"/>
              <a:gd name="connsiteX198" fmla="*/ 11549482 w 12086611"/>
              <a:gd name="connsiteY198" fmla="*/ 1128769 h 2408285"/>
              <a:gd name="connsiteX199" fmla="*/ 11445455 w 12086611"/>
              <a:gd name="connsiteY199" fmla="*/ 1032250 h 2408285"/>
              <a:gd name="connsiteX200" fmla="*/ 11445455 w 12086611"/>
              <a:gd name="connsiteY200" fmla="*/ 995920 h 2408285"/>
              <a:gd name="connsiteX201" fmla="*/ 11441829 w 12086611"/>
              <a:gd name="connsiteY201" fmla="*/ 994022 h 2408285"/>
              <a:gd name="connsiteX202" fmla="*/ 11441829 w 12086611"/>
              <a:gd name="connsiteY202" fmla="*/ 1034419 h 2408285"/>
              <a:gd name="connsiteX203" fmla="*/ 11551295 w 12086611"/>
              <a:gd name="connsiteY203" fmla="*/ 1136089 h 2408285"/>
              <a:gd name="connsiteX204" fmla="*/ 11660307 w 12086611"/>
              <a:gd name="connsiteY204" fmla="*/ 1037130 h 2408285"/>
              <a:gd name="connsiteX205" fmla="*/ 11686370 w 12086611"/>
              <a:gd name="connsiteY205" fmla="*/ 1061260 h 2408285"/>
              <a:gd name="connsiteX206" fmla="*/ 11764787 w 12086611"/>
              <a:gd name="connsiteY206" fmla="*/ 1133920 h 2408285"/>
              <a:gd name="connsiteX207" fmla="*/ 11764787 w 12086611"/>
              <a:gd name="connsiteY207" fmla="*/ 1250231 h 2408285"/>
              <a:gd name="connsiteX208" fmla="*/ 11768639 w 12086611"/>
              <a:gd name="connsiteY208" fmla="*/ 1250231 h 2408285"/>
              <a:gd name="connsiteX209" fmla="*/ 11768639 w 12086611"/>
              <a:gd name="connsiteY209" fmla="*/ 1243724 h 2408285"/>
              <a:gd name="connsiteX210" fmla="*/ 11768639 w 12086611"/>
              <a:gd name="connsiteY210" fmla="*/ 1135818 h 2408285"/>
              <a:gd name="connsiteX211" fmla="*/ 11872666 w 12086611"/>
              <a:gd name="connsiteY211" fmla="*/ 1232337 h 2408285"/>
              <a:gd name="connsiteX212" fmla="*/ 11872666 w 12086611"/>
              <a:gd name="connsiteY212" fmla="*/ 1242097 h 2408285"/>
              <a:gd name="connsiteX213" fmla="*/ 11872666 w 12086611"/>
              <a:gd name="connsiteY213" fmla="*/ 1351088 h 2408285"/>
              <a:gd name="connsiteX214" fmla="*/ 11768639 w 12086611"/>
              <a:gd name="connsiteY214" fmla="*/ 1254840 h 2408285"/>
              <a:gd name="connsiteX215" fmla="*/ 11768639 w 12086611"/>
              <a:gd name="connsiteY215" fmla="*/ 1250502 h 2408285"/>
              <a:gd name="connsiteX216" fmla="*/ 11764787 w 12086611"/>
              <a:gd name="connsiteY216" fmla="*/ 1250502 h 2408285"/>
              <a:gd name="connsiteX217" fmla="*/ 11764787 w 12086611"/>
              <a:gd name="connsiteY217" fmla="*/ 1254569 h 2408285"/>
              <a:gd name="connsiteX218" fmla="*/ 11760254 w 12086611"/>
              <a:gd name="connsiteY218" fmla="*/ 1258636 h 2408285"/>
              <a:gd name="connsiteX219" fmla="*/ 11763200 w 12086611"/>
              <a:gd name="connsiteY219" fmla="*/ 1261618 h 2408285"/>
              <a:gd name="connsiteX220" fmla="*/ 11760027 w 12086611"/>
              <a:gd name="connsiteY220" fmla="*/ 1258907 h 2408285"/>
              <a:gd name="connsiteX221" fmla="*/ 11656227 w 12086611"/>
              <a:gd name="connsiteY221" fmla="*/ 1353257 h 2408285"/>
              <a:gd name="connsiteX222" fmla="*/ 11656227 w 12086611"/>
              <a:gd name="connsiteY222" fmla="*/ 1360035 h 2408285"/>
              <a:gd name="connsiteX223" fmla="*/ 11660080 w 12086611"/>
              <a:gd name="connsiteY223" fmla="*/ 1363559 h 2408285"/>
              <a:gd name="connsiteX224" fmla="*/ 11660080 w 12086611"/>
              <a:gd name="connsiteY224" fmla="*/ 1358950 h 2408285"/>
              <a:gd name="connsiteX225" fmla="*/ 11764107 w 12086611"/>
              <a:gd name="connsiteY225" fmla="*/ 1455469 h 2408285"/>
              <a:gd name="connsiteX226" fmla="*/ 11764107 w 12086611"/>
              <a:gd name="connsiteY226" fmla="*/ 1574491 h 2408285"/>
              <a:gd name="connsiteX227" fmla="*/ 11660080 w 12086611"/>
              <a:gd name="connsiteY227" fmla="*/ 1478243 h 2408285"/>
              <a:gd name="connsiteX228" fmla="*/ 11660080 w 12086611"/>
              <a:gd name="connsiteY228" fmla="*/ 1363830 h 2408285"/>
              <a:gd name="connsiteX229" fmla="*/ 11656227 w 12086611"/>
              <a:gd name="connsiteY229" fmla="*/ 1360306 h 2408285"/>
              <a:gd name="connsiteX230" fmla="*/ 11656227 w 12086611"/>
              <a:gd name="connsiteY230" fmla="*/ 1479870 h 2408285"/>
              <a:gd name="connsiteX231" fmla="*/ 11549028 w 12086611"/>
              <a:gd name="connsiteY231" fmla="*/ 1577473 h 2408285"/>
              <a:gd name="connsiteX232" fmla="*/ 11549028 w 12086611"/>
              <a:gd name="connsiteY232" fmla="*/ 1704357 h 2408285"/>
              <a:gd name="connsiteX233" fmla="*/ 11651468 w 12086611"/>
              <a:gd name="connsiteY233" fmla="*/ 1799521 h 2408285"/>
              <a:gd name="connsiteX234" fmla="*/ 11651468 w 12086611"/>
              <a:gd name="connsiteY234" fmla="*/ 1793827 h 2408285"/>
              <a:gd name="connsiteX235" fmla="*/ 11552881 w 12086611"/>
              <a:gd name="connsiteY235" fmla="*/ 1702189 h 2408285"/>
              <a:gd name="connsiteX236" fmla="*/ 11552881 w 12086611"/>
              <a:gd name="connsiteY236" fmla="*/ 1583167 h 2408285"/>
              <a:gd name="connsiteX237" fmla="*/ 11651468 w 12086611"/>
              <a:gd name="connsiteY237" fmla="*/ 1674535 h 2408285"/>
              <a:gd name="connsiteX238" fmla="*/ 11651468 w 12086611"/>
              <a:gd name="connsiteY238" fmla="*/ 1669112 h 2408285"/>
              <a:gd name="connsiteX239" fmla="*/ 11554014 w 12086611"/>
              <a:gd name="connsiteY239" fmla="*/ 1578558 h 2408285"/>
              <a:gd name="connsiteX240" fmla="*/ 11658947 w 12086611"/>
              <a:gd name="connsiteY240" fmla="*/ 1483123 h 2408285"/>
              <a:gd name="connsiteX241" fmla="*/ 11763653 w 12086611"/>
              <a:gd name="connsiteY241" fmla="*/ 1580184 h 2408285"/>
              <a:gd name="connsiteX242" fmla="*/ 11658721 w 12086611"/>
              <a:gd name="connsiteY242" fmla="*/ 1675619 h 2408285"/>
              <a:gd name="connsiteX243" fmla="*/ 11651695 w 12086611"/>
              <a:gd name="connsiteY243" fmla="*/ 1669112 h 2408285"/>
              <a:gd name="connsiteX244" fmla="*/ 11651695 w 12086611"/>
              <a:gd name="connsiteY244" fmla="*/ 1674805 h 2408285"/>
              <a:gd name="connsiteX245" fmla="*/ 11656907 w 12086611"/>
              <a:gd name="connsiteY245" fmla="*/ 1679686 h 2408285"/>
              <a:gd name="connsiteX246" fmla="*/ 11656907 w 12086611"/>
              <a:gd name="connsiteY246" fmla="*/ 1798708 h 2408285"/>
              <a:gd name="connsiteX247" fmla="*/ 11651695 w 12086611"/>
              <a:gd name="connsiteY247" fmla="*/ 1793827 h 2408285"/>
              <a:gd name="connsiteX248" fmla="*/ 11651695 w 12086611"/>
              <a:gd name="connsiteY248" fmla="*/ 1799521 h 2408285"/>
              <a:gd name="connsiteX249" fmla="*/ 11656227 w 12086611"/>
              <a:gd name="connsiteY249" fmla="*/ 1803859 h 2408285"/>
              <a:gd name="connsiteX250" fmla="*/ 11656227 w 12086611"/>
              <a:gd name="connsiteY250" fmla="*/ 1864861 h 2408285"/>
              <a:gd name="connsiteX251" fmla="*/ 11660080 w 12086611"/>
              <a:gd name="connsiteY251" fmla="*/ 1865674 h 2408285"/>
              <a:gd name="connsiteX252" fmla="*/ 11660080 w 12086611"/>
              <a:gd name="connsiteY252" fmla="*/ 1805757 h 2408285"/>
              <a:gd name="connsiteX253" fmla="*/ 11714927 w 12086611"/>
              <a:gd name="connsiteY253" fmla="*/ 1856727 h 2408285"/>
              <a:gd name="connsiteX254" fmla="*/ 11717193 w 12086611"/>
              <a:gd name="connsiteY254" fmla="*/ 1852932 h 2408285"/>
              <a:gd name="connsiteX255" fmla="*/ 11662573 w 12086611"/>
              <a:gd name="connsiteY255" fmla="*/ 1802503 h 2408285"/>
              <a:gd name="connsiteX256" fmla="*/ 11767506 w 12086611"/>
              <a:gd name="connsiteY256" fmla="*/ 1707069 h 2408285"/>
              <a:gd name="connsiteX257" fmla="*/ 11791983 w 12086611"/>
              <a:gd name="connsiteY257" fmla="*/ 1729572 h 2408285"/>
              <a:gd name="connsiteX258" fmla="*/ 11870853 w 12086611"/>
              <a:gd name="connsiteY258" fmla="*/ 1802775 h 2408285"/>
              <a:gd name="connsiteX259" fmla="*/ 11765920 w 12086611"/>
              <a:gd name="connsiteY259" fmla="*/ 1898209 h 2408285"/>
              <a:gd name="connsiteX260" fmla="*/ 11717193 w 12086611"/>
              <a:gd name="connsiteY260" fmla="*/ 1853203 h 2408285"/>
              <a:gd name="connsiteX261" fmla="*/ 11715153 w 12086611"/>
              <a:gd name="connsiteY261" fmla="*/ 1856727 h 2408285"/>
              <a:gd name="connsiteX262" fmla="*/ 11764107 w 12086611"/>
              <a:gd name="connsiteY262" fmla="*/ 1902276 h 2408285"/>
              <a:gd name="connsiteX263" fmla="*/ 11764107 w 12086611"/>
              <a:gd name="connsiteY263" fmla="*/ 2021298 h 2408285"/>
              <a:gd name="connsiteX264" fmla="*/ 11660080 w 12086611"/>
              <a:gd name="connsiteY264" fmla="*/ 1924778 h 2408285"/>
              <a:gd name="connsiteX265" fmla="*/ 11660080 w 12086611"/>
              <a:gd name="connsiteY265" fmla="*/ 1865945 h 2408285"/>
              <a:gd name="connsiteX266" fmla="*/ 11656227 w 12086611"/>
              <a:gd name="connsiteY266" fmla="*/ 1865132 h 2408285"/>
              <a:gd name="connsiteX267" fmla="*/ 11656227 w 12086611"/>
              <a:gd name="connsiteY267" fmla="*/ 1926948 h 2408285"/>
              <a:gd name="connsiteX268" fmla="*/ 11586650 w 12086611"/>
              <a:gd name="connsiteY268" fmla="*/ 1990119 h 2408285"/>
              <a:gd name="connsiteX269" fmla="*/ 11549028 w 12086611"/>
              <a:gd name="connsiteY269" fmla="*/ 2024280 h 2408285"/>
              <a:gd name="connsiteX270" fmla="*/ 11549028 w 12086611"/>
              <a:gd name="connsiteY270" fmla="*/ 2110496 h 2408285"/>
              <a:gd name="connsiteX271" fmla="*/ 11552881 w 12086611"/>
              <a:gd name="connsiteY271" fmla="*/ 2112394 h 2408285"/>
              <a:gd name="connsiteX272" fmla="*/ 11552881 w 12086611"/>
              <a:gd name="connsiteY272" fmla="*/ 2029973 h 2408285"/>
              <a:gd name="connsiteX273" fmla="*/ 11656907 w 12086611"/>
              <a:gd name="connsiteY273" fmla="*/ 2126492 h 2408285"/>
              <a:gd name="connsiteX274" fmla="*/ 11656907 w 12086611"/>
              <a:gd name="connsiteY274" fmla="*/ 2245514 h 2408285"/>
              <a:gd name="connsiteX275" fmla="*/ 11552881 w 12086611"/>
              <a:gd name="connsiteY275" fmla="*/ 2149266 h 2408285"/>
              <a:gd name="connsiteX276" fmla="*/ 11552881 w 12086611"/>
              <a:gd name="connsiteY276" fmla="*/ 2112665 h 2408285"/>
              <a:gd name="connsiteX277" fmla="*/ 11549028 w 12086611"/>
              <a:gd name="connsiteY277" fmla="*/ 2110767 h 2408285"/>
              <a:gd name="connsiteX278" fmla="*/ 11549028 w 12086611"/>
              <a:gd name="connsiteY278" fmla="*/ 2151435 h 2408285"/>
              <a:gd name="connsiteX279" fmla="*/ 11658721 w 12086611"/>
              <a:gd name="connsiteY279" fmla="*/ 2253105 h 2408285"/>
              <a:gd name="connsiteX280" fmla="*/ 11767506 w 12086611"/>
              <a:gd name="connsiteY280" fmla="*/ 2153875 h 2408285"/>
              <a:gd name="connsiteX281" fmla="*/ 11793569 w 12086611"/>
              <a:gd name="connsiteY281" fmla="*/ 2178005 h 2408285"/>
              <a:gd name="connsiteX282" fmla="*/ 11795609 w 12086611"/>
              <a:gd name="connsiteY282" fmla="*/ 2174210 h 2408285"/>
              <a:gd name="connsiteX283" fmla="*/ 11793796 w 12086611"/>
              <a:gd name="connsiteY283" fmla="*/ 2178276 h 2408285"/>
              <a:gd name="connsiteX284" fmla="*/ 11871986 w 12086611"/>
              <a:gd name="connsiteY284" fmla="*/ 2250937 h 2408285"/>
              <a:gd name="connsiteX285" fmla="*/ 11871986 w 12086611"/>
              <a:gd name="connsiteY285" fmla="*/ 2372941 h 2408285"/>
              <a:gd name="connsiteX286" fmla="*/ 11853628 w 12086611"/>
              <a:gd name="connsiteY286" fmla="*/ 2389640 h 2408285"/>
              <a:gd name="connsiteX287" fmla="*/ 11844194 w 12086611"/>
              <a:gd name="connsiteY287" fmla="*/ 2398222 h 2408285"/>
              <a:gd name="connsiteX288" fmla="*/ 0 w 12086611"/>
              <a:gd name="connsiteY288" fmla="*/ 2408285 h 2408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</a:cxnLst>
            <a:rect l="l" t="t" r="r" b="b"/>
            <a:pathLst>
              <a:path w="12086611" h="2408285">
                <a:moveTo>
                  <a:pt x="11874479" y="2376194"/>
                </a:moveTo>
                <a:lnTo>
                  <a:pt x="11897822" y="2397884"/>
                </a:lnTo>
                <a:lnTo>
                  <a:pt x="11898186" y="2398222"/>
                </a:lnTo>
                <a:lnTo>
                  <a:pt x="11850311" y="2398222"/>
                </a:lnTo>
                <a:lnTo>
                  <a:pt x="11852466" y="2396257"/>
                </a:lnTo>
                <a:close/>
                <a:moveTo>
                  <a:pt x="11875838" y="2252563"/>
                </a:moveTo>
                <a:lnTo>
                  <a:pt x="11979865" y="2349082"/>
                </a:lnTo>
                <a:lnTo>
                  <a:pt x="11979865" y="2378140"/>
                </a:lnTo>
                <a:lnTo>
                  <a:pt x="11979865" y="2398222"/>
                </a:lnTo>
                <a:lnTo>
                  <a:pt x="11904568" y="2398222"/>
                </a:lnTo>
                <a:lnTo>
                  <a:pt x="11903035" y="2396799"/>
                </a:lnTo>
                <a:cubicBezTo>
                  <a:pt x="11901449" y="2397071"/>
                  <a:pt x="11899635" y="2397613"/>
                  <a:pt x="11897822" y="2397884"/>
                </a:cubicBezTo>
                <a:cubicBezTo>
                  <a:pt x="11899635" y="2397341"/>
                  <a:pt x="11901222" y="2397071"/>
                  <a:pt x="11902808" y="2396528"/>
                </a:cubicBezTo>
                <a:lnTo>
                  <a:pt x="11875838" y="2371585"/>
                </a:lnTo>
                <a:close/>
                <a:moveTo>
                  <a:pt x="11768639" y="2029973"/>
                </a:moveTo>
                <a:lnTo>
                  <a:pt x="11835724" y="2092331"/>
                </a:lnTo>
                <a:lnTo>
                  <a:pt x="11872666" y="2126492"/>
                </a:lnTo>
                <a:lnTo>
                  <a:pt x="11872666" y="2245514"/>
                </a:lnTo>
                <a:lnTo>
                  <a:pt x="11795609" y="2174210"/>
                </a:lnTo>
                <a:lnTo>
                  <a:pt x="11768639" y="2149266"/>
                </a:lnTo>
                <a:close/>
                <a:moveTo>
                  <a:pt x="11658947" y="1929930"/>
                </a:moveTo>
                <a:lnTo>
                  <a:pt x="11763653" y="2027262"/>
                </a:lnTo>
                <a:lnTo>
                  <a:pt x="11658721" y="2122697"/>
                </a:lnTo>
                <a:lnTo>
                  <a:pt x="11554014" y="2025364"/>
                </a:lnTo>
                <a:lnTo>
                  <a:pt x="11590503" y="1992287"/>
                </a:lnTo>
                <a:close/>
                <a:moveTo>
                  <a:pt x="11983265" y="1707069"/>
                </a:moveTo>
                <a:lnTo>
                  <a:pt x="12086611" y="1802775"/>
                </a:lnTo>
                <a:lnTo>
                  <a:pt x="11981678" y="1898209"/>
                </a:lnTo>
                <a:lnTo>
                  <a:pt x="11946776" y="1865674"/>
                </a:lnTo>
                <a:lnTo>
                  <a:pt x="11944736" y="1869741"/>
                </a:lnTo>
                <a:lnTo>
                  <a:pt x="11979865" y="1902276"/>
                </a:lnTo>
                <a:lnTo>
                  <a:pt x="11979865" y="2021298"/>
                </a:lnTo>
                <a:lnTo>
                  <a:pt x="11904621" y="1951619"/>
                </a:lnTo>
                <a:lnTo>
                  <a:pt x="11902582" y="1955957"/>
                </a:lnTo>
                <a:lnTo>
                  <a:pt x="11979412" y="2027262"/>
                </a:lnTo>
                <a:lnTo>
                  <a:pt x="11874479" y="2122697"/>
                </a:lnTo>
                <a:lnTo>
                  <a:pt x="11837764" y="2088535"/>
                </a:lnTo>
                <a:lnTo>
                  <a:pt x="11835724" y="2092331"/>
                </a:lnTo>
                <a:lnTo>
                  <a:pt x="11837537" y="2088264"/>
                </a:lnTo>
                <a:lnTo>
                  <a:pt x="11769772" y="2025364"/>
                </a:lnTo>
                <a:lnTo>
                  <a:pt x="11874705" y="1929930"/>
                </a:lnTo>
                <a:lnTo>
                  <a:pt x="11902355" y="1955686"/>
                </a:lnTo>
                <a:lnTo>
                  <a:pt x="11904621" y="1951349"/>
                </a:lnTo>
                <a:lnTo>
                  <a:pt x="11875838" y="1924778"/>
                </a:lnTo>
                <a:lnTo>
                  <a:pt x="11875838" y="1805757"/>
                </a:lnTo>
                <a:lnTo>
                  <a:pt x="11944736" y="1869470"/>
                </a:lnTo>
                <a:lnTo>
                  <a:pt x="11946549" y="1865674"/>
                </a:lnTo>
                <a:lnTo>
                  <a:pt x="11878332" y="1802503"/>
                </a:lnTo>
                <a:close/>
                <a:moveTo>
                  <a:pt x="11768639" y="1583167"/>
                </a:moveTo>
                <a:lnTo>
                  <a:pt x="11840257" y="1649591"/>
                </a:lnTo>
                <a:lnTo>
                  <a:pt x="11842523" y="1646067"/>
                </a:lnTo>
                <a:lnTo>
                  <a:pt x="11840483" y="1649591"/>
                </a:lnTo>
                <a:lnTo>
                  <a:pt x="11872666" y="1679686"/>
                </a:lnTo>
                <a:lnTo>
                  <a:pt x="11872666" y="1798708"/>
                </a:lnTo>
                <a:lnTo>
                  <a:pt x="11794249" y="1726047"/>
                </a:lnTo>
                <a:lnTo>
                  <a:pt x="11791983" y="1729572"/>
                </a:lnTo>
                <a:lnTo>
                  <a:pt x="11794023" y="1725776"/>
                </a:lnTo>
                <a:lnTo>
                  <a:pt x="11768639" y="1702189"/>
                </a:lnTo>
                <a:close/>
                <a:moveTo>
                  <a:pt x="11874705" y="1483123"/>
                </a:moveTo>
                <a:lnTo>
                  <a:pt x="11979412" y="1580184"/>
                </a:lnTo>
                <a:lnTo>
                  <a:pt x="11874479" y="1675619"/>
                </a:lnTo>
                <a:lnTo>
                  <a:pt x="11842523" y="1646067"/>
                </a:lnTo>
                <a:lnTo>
                  <a:pt x="11769772" y="1578558"/>
                </a:lnTo>
                <a:close/>
                <a:moveTo>
                  <a:pt x="11766146" y="1258907"/>
                </a:moveTo>
                <a:lnTo>
                  <a:pt x="11870853" y="1355968"/>
                </a:lnTo>
                <a:lnTo>
                  <a:pt x="11765920" y="1451673"/>
                </a:lnTo>
                <a:lnTo>
                  <a:pt x="11661213" y="1354341"/>
                </a:lnTo>
                <a:lnTo>
                  <a:pt x="11763200" y="1261618"/>
                </a:lnTo>
                <a:close/>
                <a:moveTo>
                  <a:pt x="11661213" y="913228"/>
                </a:moveTo>
                <a:lnTo>
                  <a:pt x="11728298" y="975315"/>
                </a:lnTo>
                <a:lnTo>
                  <a:pt x="11730338" y="971519"/>
                </a:lnTo>
                <a:lnTo>
                  <a:pt x="11728525" y="975586"/>
                </a:lnTo>
                <a:lnTo>
                  <a:pt x="11765240" y="1009747"/>
                </a:lnTo>
                <a:lnTo>
                  <a:pt x="11765240" y="1128769"/>
                </a:lnTo>
                <a:lnTo>
                  <a:pt x="11688410" y="1057464"/>
                </a:lnTo>
                <a:lnTo>
                  <a:pt x="11686370" y="1061260"/>
                </a:lnTo>
                <a:lnTo>
                  <a:pt x="11688183" y="1057193"/>
                </a:lnTo>
                <a:lnTo>
                  <a:pt x="11661213" y="1032250"/>
                </a:lnTo>
                <a:close/>
                <a:moveTo>
                  <a:pt x="11876065" y="590053"/>
                </a:moveTo>
                <a:lnTo>
                  <a:pt x="11979412" y="686029"/>
                </a:lnTo>
                <a:lnTo>
                  <a:pt x="11874479" y="781464"/>
                </a:lnTo>
                <a:lnTo>
                  <a:pt x="11839350" y="748929"/>
                </a:lnTo>
                <a:lnTo>
                  <a:pt x="11837537" y="752725"/>
                </a:lnTo>
                <a:lnTo>
                  <a:pt x="11872666" y="785259"/>
                </a:lnTo>
                <a:lnTo>
                  <a:pt x="11872666" y="904552"/>
                </a:lnTo>
                <a:lnTo>
                  <a:pt x="11797422" y="834603"/>
                </a:lnTo>
                <a:lnTo>
                  <a:pt x="11795383" y="838941"/>
                </a:lnTo>
                <a:lnTo>
                  <a:pt x="11871986" y="910246"/>
                </a:lnTo>
                <a:lnTo>
                  <a:pt x="11767053" y="1005680"/>
                </a:lnTo>
                <a:lnTo>
                  <a:pt x="11730338" y="971519"/>
                </a:lnTo>
                <a:lnTo>
                  <a:pt x="11662573" y="908619"/>
                </a:lnTo>
                <a:lnTo>
                  <a:pt x="11767506" y="813185"/>
                </a:lnTo>
                <a:lnTo>
                  <a:pt x="11795156" y="838941"/>
                </a:lnTo>
                <a:lnTo>
                  <a:pt x="11797196" y="834603"/>
                </a:lnTo>
                <a:lnTo>
                  <a:pt x="11768639" y="808034"/>
                </a:lnTo>
                <a:lnTo>
                  <a:pt x="11768639" y="688741"/>
                </a:lnTo>
                <a:lnTo>
                  <a:pt x="11837310" y="752725"/>
                </a:lnTo>
                <a:lnTo>
                  <a:pt x="11839350" y="748658"/>
                </a:lnTo>
                <a:lnTo>
                  <a:pt x="11771132" y="685487"/>
                </a:lnTo>
                <a:close/>
                <a:moveTo>
                  <a:pt x="11661213" y="466151"/>
                </a:moveTo>
                <a:lnTo>
                  <a:pt x="11733057" y="532846"/>
                </a:lnTo>
                <a:lnTo>
                  <a:pt x="11765240" y="562669"/>
                </a:lnTo>
                <a:lnTo>
                  <a:pt x="11765240" y="681691"/>
                </a:lnTo>
                <a:lnTo>
                  <a:pt x="11687050" y="609031"/>
                </a:lnTo>
                <a:lnTo>
                  <a:pt x="11684784" y="612827"/>
                </a:lnTo>
                <a:lnTo>
                  <a:pt x="11763653" y="686029"/>
                </a:lnTo>
                <a:lnTo>
                  <a:pt x="11658721" y="781464"/>
                </a:lnTo>
                <a:lnTo>
                  <a:pt x="11609994" y="736187"/>
                </a:lnTo>
                <a:lnTo>
                  <a:pt x="11555374" y="685487"/>
                </a:lnTo>
                <a:lnTo>
                  <a:pt x="11660307" y="590053"/>
                </a:lnTo>
                <a:lnTo>
                  <a:pt x="11684557" y="612556"/>
                </a:lnTo>
                <a:lnTo>
                  <a:pt x="11686824" y="609031"/>
                </a:lnTo>
                <a:lnTo>
                  <a:pt x="11661213" y="585444"/>
                </a:lnTo>
                <a:close/>
                <a:moveTo>
                  <a:pt x="11767506" y="366107"/>
                </a:moveTo>
                <a:lnTo>
                  <a:pt x="11871986" y="463440"/>
                </a:lnTo>
                <a:lnTo>
                  <a:pt x="11767053" y="558874"/>
                </a:lnTo>
                <a:lnTo>
                  <a:pt x="11735324" y="529322"/>
                </a:lnTo>
                <a:lnTo>
                  <a:pt x="11733057" y="532846"/>
                </a:lnTo>
                <a:lnTo>
                  <a:pt x="11735097" y="529051"/>
                </a:lnTo>
                <a:lnTo>
                  <a:pt x="11662573" y="461542"/>
                </a:lnTo>
                <a:close/>
                <a:moveTo>
                  <a:pt x="11658947" y="142162"/>
                </a:moveTo>
                <a:lnTo>
                  <a:pt x="11763653" y="239223"/>
                </a:lnTo>
                <a:lnTo>
                  <a:pt x="11658721" y="334657"/>
                </a:lnTo>
                <a:lnTo>
                  <a:pt x="11554014" y="237596"/>
                </a:lnTo>
                <a:lnTo>
                  <a:pt x="11656001" y="144873"/>
                </a:lnTo>
                <a:close/>
                <a:moveTo>
                  <a:pt x="11690766" y="40330"/>
                </a:moveTo>
                <a:lnTo>
                  <a:pt x="11845185" y="40330"/>
                </a:lnTo>
                <a:lnTo>
                  <a:pt x="11840228" y="44830"/>
                </a:lnTo>
                <a:lnTo>
                  <a:pt x="11767053" y="111254"/>
                </a:lnTo>
                <a:lnTo>
                  <a:pt x="11712546" y="60579"/>
                </a:lnTo>
                <a:close/>
                <a:moveTo>
                  <a:pt x="11661213" y="40330"/>
                </a:moveTo>
                <a:lnTo>
                  <a:pt x="11684643" y="40330"/>
                </a:lnTo>
                <a:lnTo>
                  <a:pt x="11690280" y="45575"/>
                </a:lnTo>
                <a:lnTo>
                  <a:pt x="11765240" y="115321"/>
                </a:lnTo>
                <a:lnTo>
                  <a:pt x="11765240" y="234343"/>
                </a:lnTo>
                <a:lnTo>
                  <a:pt x="11661213" y="137824"/>
                </a:lnTo>
                <a:lnTo>
                  <a:pt x="11661213" y="69350"/>
                </a:lnTo>
                <a:close/>
                <a:moveTo>
                  <a:pt x="0" y="0"/>
                </a:moveTo>
                <a:lnTo>
                  <a:pt x="11657587" y="40330"/>
                </a:lnTo>
                <a:lnTo>
                  <a:pt x="11657587" y="41002"/>
                </a:lnTo>
                <a:lnTo>
                  <a:pt x="11657587" y="137824"/>
                </a:lnTo>
                <a:lnTo>
                  <a:pt x="11653055" y="141891"/>
                </a:lnTo>
                <a:lnTo>
                  <a:pt x="11656001" y="144873"/>
                </a:lnTo>
                <a:lnTo>
                  <a:pt x="11652828" y="141891"/>
                </a:lnTo>
                <a:lnTo>
                  <a:pt x="11549028" y="236512"/>
                </a:lnTo>
                <a:lnTo>
                  <a:pt x="11549028" y="243019"/>
                </a:lnTo>
                <a:lnTo>
                  <a:pt x="11552881" y="246543"/>
                </a:lnTo>
                <a:lnTo>
                  <a:pt x="11552881" y="242205"/>
                </a:lnTo>
                <a:lnTo>
                  <a:pt x="11656681" y="338724"/>
                </a:lnTo>
                <a:lnTo>
                  <a:pt x="11656681" y="457746"/>
                </a:lnTo>
                <a:lnTo>
                  <a:pt x="11552881" y="361227"/>
                </a:lnTo>
                <a:lnTo>
                  <a:pt x="11552881" y="246814"/>
                </a:lnTo>
                <a:lnTo>
                  <a:pt x="11549028" y="243290"/>
                </a:lnTo>
                <a:lnTo>
                  <a:pt x="11549028" y="363125"/>
                </a:lnTo>
                <a:lnTo>
                  <a:pt x="11441829" y="460457"/>
                </a:lnTo>
                <a:lnTo>
                  <a:pt x="11441829" y="587613"/>
                </a:lnTo>
                <a:lnTo>
                  <a:pt x="11544269" y="682505"/>
                </a:lnTo>
                <a:lnTo>
                  <a:pt x="11544269" y="676811"/>
                </a:lnTo>
                <a:lnTo>
                  <a:pt x="11445455" y="585444"/>
                </a:lnTo>
                <a:lnTo>
                  <a:pt x="11445455" y="466151"/>
                </a:lnTo>
                <a:lnTo>
                  <a:pt x="11544269" y="557789"/>
                </a:lnTo>
                <a:lnTo>
                  <a:pt x="11544269" y="552096"/>
                </a:lnTo>
                <a:lnTo>
                  <a:pt x="11446815" y="461542"/>
                </a:lnTo>
                <a:lnTo>
                  <a:pt x="11551748" y="366107"/>
                </a:lnTo>
                <a:lnTo>
                  <a:pt x="11656454" y="463440"/>
                </a:lnTo>
                <a:lnTo>
                  <a:pt x="11551521" y="558874"/>
                </a:lnTo>
                <a:lnTo>
                  <a:pt x="11544495" y="552367"/>
                </a:lnTo>
                <a:lnTo>
                  <a:pt x="11544495" y="558061"/>
                </a:lnTo>
                <a:lnTo>
                  <a:pt x="11549482" y="562669"/>
                </a:lnTo>
                <a:lnTo>
                  <a:pt x="11549482" y="681691"/>
                </a:lnTo>
                <a:lnTo>
                  <a:pt x="11544495" y="677083"/>
                </a:lnTo>
                <a:lnTo>
                  <a:pt x="11544495" y="682776"/>
                </a:lnTo>
                <a:lnTo>
                  <a:pt x="11549028" y="687114"/>
                </a:lnTo>
                <a:lnTo>
                  <a:pt x="11549028" y="748116"/>
                </a:lnTo>
                <a:lnTo>
                  <a:pt x="11552881" y="748658"/>
                </a:lnTo>
                <a:lnTo>
                  <a:pt x="11552881" y="688741"/>
                </a:lnTo>
                <a:lnTo>
                  <a:pt x="11607727" y="739711"/>
                </a:lnTo>
                <a:lnTo>
                  <a:pt x="11609994" y="736187"/>
                </a:lnTo>
                <a:lnTo>
                  <a:pt x="11607727" y="739982"/>
                </a:lnTo>
                <a:lnTo>
                  <a:pt x="11656681" y="785259"/>
                </a:lnTo>
                <a:lnTo>
                  <a:pt x="11656681" y="904552"/>
                </a:lnTo>
                <a:lnTo>
                  <a:pt x="11552881" y="808034"/>
                </a:lnTo>
                <a:lnTo>
                  <a:pt x="11552881" y="748929"/>
                </a:lnTo>
                <a:lnTo>
                  <a:pt x="11549028" y="748387"/>
                </a:lnTo>
                <a:lnTo>
                  <a:pt x="11549028" y="809931"/>
                </a:lnTo>
                <a:lnTo>
                  <a:pt x="11479451" y="873102"/>
                </a:lnTo>
                <a:lnTo>
                  <a:pt x="11483304" y="875271"/>
                </a:lnTo>
                <a:lnTo>
                  <a:pt x="11551748" y="813185"/>
                </a:lnTo>
                <a:lnTo>
                  <a:pt x="11656454" y="910246"/>
                </a:lnTo>
                <a:lnTo>
                  <a:pt x="11551521" y="1005680"/>
                </a:lnTo>
                <a:lnTo>
                  <a:pt x="11446815" y="908619"/>
                </a:lnTo>
                <a:lnTo>
                  <a:pt x="11483077" y="875543"/>
                </a:lnTo>
                <a:lnTo>
                  <a:pt x="11479224" y="873374"/>
                </a:lnTo>
                <a:lnTo>
                  <a:pt x="11441829" y="907535"/>
                </a:lnTo>
                <a:lnTo>
                  <a:pt x="11441829" y="993751"/>
                </a:lnTo>
                <a:lnTo>
                  <a:pt x="11445455" y="995649"/>
                </a:lnTo>
                <a:lnTo>
                  <a:pt x="11445455" y="913228"/>
                </a:lnTo>
                <a:lnTo>
                  <a:pt x="11549482" y="1009747"/>
                </a:lnTo>
                <a:lnTo>
                  <a:pt x="11549482" y="1128769"/>
                </a:lnTo>
                <a:lnTo>
                  <a:pt x="11445455" y="1032250"/>
                </a:lnTo>
                <a:lnTo>
                  <a:pt x="11445455" y="995920"/>
                </a:lnTo>
                <a:lnTo>
                  <a:pt x="11441829" y="994022"/>
                </a:lnTo>
                <a:lnTo>
                  <a:pt x="11441829" y="1034419"/>
                </a:lnTo>
                <a:lnTo>
                  <a:pt x="11551295" y="1136089"/>
                </a:lnTo>
                <a:lnTo>
                  <a:pt x="11660307" y="1037130"/>
                </a:lnTo>
                <a:lnTo>
                  <a:pt x="11686370" y="1061260"/>
                </a:lnTo>
                <a:lnTo>
                  <a:pt x="11764787" y="1133920"/>
                </a:lnTo>
                <a:lnTo>
                  <a:pt x="11764787" y="1250231"/>
                </a:lnTo>
                <a:lnTo>
                  <a:pt x="11768639" y="1250231"/>
                </a:lnTo>
                <a:lnTo>
                  <a:pt x="11768639" y="1243724"/>
                </a:lnTo>
                <a:lnTo>
                  <a:pt x="11768639" y="1135818"/>
                </a:lnTo>
                <a:lnTo>
                  <a:pt x="11872666" y="1232337"/>
                </a:lnTo>
                <a:lnTo>
                  <a:pt x="11872666" y="1242097"/>
                </a:lnTo>
                <a:lnTo>
                  <a:pt x="11872666" y="1351088"/>
                </a:lnTo>
                <a:lnTo>
                  <a:pt x="11768639" y="1254840"/>
                </a:lnTo>
                <a:lnTo>
                  <a:pt x="11768639" y="1250502"/>
                </a:lnTo>
                <a:lnTo>
                  <a:pt x="11764787" y="1250502"/>
                </a:lnTo>
                <a:lnTo>
                  <a:pt x="11764787" y="1254569"/>
                </a:lnTo>
                <a:lnTo>
                  <a:pt x="11760254" y="1258636"/>
                </a:lnTo>
                <a:lnTo>
                  <a:pt x="11763200" y="1261618"/>
                </a:lnTo>
                <a:lnTo>
                  <a:pt x="11760027" y="1258907"/>
                </a:lnTo>
                <a:lnTo>
                  <a:pt x="11656227" y="1353257"/>
                </a:lnTo>
                <a:lnTo>
                  <a:pt x="11656227" y="1360035"/>
                </a:lnTo>
                <a:lnTo>
                  <a:pt x="11660080" y="1363559"/>
                </a:lnTo>
                <a:lnTo>
                  <a:pt x="11660080" y="1358950"/>
                </a:lnTo>
                <a:lnTo>
                  <a:pt x="11764107" y="1455469"/>
                </a:lnTo>
                <a:lnTo>
                  <a:pt x="11764107" y="1574491"/>
                </a:lnTo>
                <a:lnTo>
                  <a:pt x="11660080" y="1478243"/>
                </a:lnTo>
                <a:lnTo>
                  <a:pt x="11660080" y="1363830"/>
                </a:lnTo>
                <a:lnTo>
                  <a:pt x="11656227" y="1360306"/>
                </a:lnTo>
                <a:lnTo>
                  <a:pt x="11656227" y="1479870"/>
                </a:lnTo>
                <a:lnTo>
                  <a:pt x="11549028" y="1577473"/>
                </a:lnTo>
                <a:lnTo>
                  <a:pt x="11549028" y="1704357"/>
                </a:lnTo>
                <a:lnTo>
                  <a:pt x="11651468" y="1799521"/>
                </a:lnTo>
                <a:lnTo>
                  <a:pt x="11651468" y="1793827"/>
                </a:lnTo>
                <a:lnTo>
                  <a:pt x="11552881" y="1702189"/>
                </a:lnTo>
                <a:lnTo>
                  <a:pt x="11552881" y="1583167"/>
                </a:lnTo>
                <a:lnTo>
                  <a:pt x="11651468" y="1674535"/>
                </a:lnTo>
                <a:lnTo>
                  <a:pt x="11651468" y="1669112"/>
                </a:lnTo>
                <a:lnTo>
                  <a:pt x="11554014" y="1578558"/>
                </a:lnTo>
                <a:lnTo>
                  <a:pt x="11658947" y="1483123"/>
                </a:lnTo>
                <a:lnTo>
                  <a:pt x="11763653" y="1580184"/>
                </a:lnTo>
                <a:lnTo>
                  <a:pt x="11658721" y="1675619"/>
                </a:lnTo>
                <a:lnTo>
                  <a:pt x="11651695" y="1669112"/>
                </a:lnTo>
                <a:lnTo>
                  <a:pt x="11651695" y="1674805"/>
                </a:lnTo>
                <a:lnTo>
                  <a:pt x="11656907" y="1679686"/>
                </a:lnTo>
                <a:lnTo>
                  <a:pt x="11656907" y="1798708"/>
                </a:lnTo>
                <a:lnTo>
                  <a:pt x="11651695" y="1793827"/>
                </a:lnTo>
                <a:lnTo>
                  <a:pt x="11651695" y="1799521"/>
                </a:lnTo>
                <a:lnTo>
                  <a:pt x="11656227" y="1803859"/>
                </a:lnTo>
                <a:lnTo>
                  <a:pt x="11656227" y="1864861"/>
                </a:lnTo>
                <a:lnTo>
                  <a:pt x="11660080" y="1865674"/>
                </a:lnTo>
                <a:lnTo>
                  <a:pt x="11660080" y="1805757"/>
                </a:lnTo>
                <a:lnTo>
                  <a:pt x="11714927" y="1856727"/>
                </a:lnTo>
                <a:lnTo>
                  <a:pt x="11717193" y="1852932"/>
                </a:lnTo>
                <a:lnTo>
                  <a:pt x="11662573" y="1802503"/>
                </a:lnTo>
                <a:lnTo>
                  <a:pt x="11767506" y="1707069"/>
                </a:lnTo>
                <a:lnTo>
                  <a:pt x="11791983" y="1729572"/>
                </a:lnTo>
                <a:lnTo>
                  <a:pt x="11870853" y="1802775"/>
                </a:lnTo>
                <a:lnTo>
                  <a:pt x="11765920" y="1898209"/>
                </a:lnTo>
                <a:lnTo>
                  <a:pt x="11717193" y="1853203"/>
                </a:lnTo>
                <a:lnTo>
                  <a:pt x="11715153" y="1856727"/>
                </a:lnTo>
                <a:lnTo>
                  <a:pt x="11764107" y="1902276"/>
                </a:lnTo>
                <a:lnTo>
                  <a:pt x="11764107" y="2021298"/>
                </a:lnTo>
                <a:lnTo>
                  <a:pt x="11660080" y="1924778"/>
                </a:lnTo>
                <a:lnTo>
                  <a:pt x="11660080" y="1865945"/>
                </a:lnTo>
                <a:lnTo>
                  <a:pt x="11656227" y="1865132"/>
                </a:lnTo>
                <a:lnTo>
                  <a:pt x="11656227" y="1926948"/>
                </a:lnTo>
                <a:lnTo>
                  <a:pt x="11586650" y="1990119"/>
                </a:lnTo>
                <a:lnTo>
                  <a:pt x="11549028" y="2024280"/>
                </a:lnTo>
                <a:lnTo>
                  <a:pt x="11549028" y="2110496"/>
                </a:lnTo>
                <a:lnTo>
                  <a:pt x="11552881" y="2112394"/>
                </a:lnTo>
                <a:lnTo>
                  <a:pt x="11552881" y="2029973"/>
                </a:lnTo>
                <a:lnTo>
                  <a:pt x="11656907" y="2126492"/>
                </a:lnTo>
                <a:lnTo>
                  <a:pt x="11656907" y="2245514"/>
                </a:lnTo>
                <a:lnTo>
                  <a:pt x="11552881" y="2149266"/>
                </a:lnTo>
                <a:lnTo>
                  <a:pt x="11552881" y="2112665"/>
                </a:lnTo>
                <a:lnTo>
                  <a:pt x="11549028" y="2110767"/>
                </a:lnTo>
                <a:lnTo>
                  <a:pt x="11549028" y="2151435"/>
                </a:lnTo>
                <a:lnTo>
                  <a:pt x="11658721" y="2253105"/>
                </a:lnTo>
                <a:lnTo>
                  <a:pt x="11767506" y="2153875"/>
                </a:lnTo>
                <a:lnTo>
                  <a:pt x="11793569" y="2178005"/>
                </a:lnTo>
                <a:lnTo>
                  <a:pt x="11795609" y="2174210"/>
                </a:lnTo>
                <a:lnTo>
                  <a:pt x="11793796" y="2178276"/>
                </a:lnTo>
                <a:lnTo>
                  <a:pt x="11871986" y="2250937"/>
                </a:lnTo>
                <a:lnTo>
                  <a:pt x="11871986" y="2372941"/>
                </a:lnTo>
                <a:lnTo>
                  <a:pt x="11853628" y="2389640"/>
                </a:lnTo>
                <a:lnTo>
                  <a:pt x="11844194" y="2398222"/>
                </a:lnTo>
                <a:lnTo>
                  <a:pt x="0" y="240828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288000">
            <a:noAutofit/>
          </a:bodyPr>
          <a:lstStyle>
            <a:lvl1pPr algn="ct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Visuel  haut + contenu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9BDF78EF-B925-4A77-F088-A8970BDC4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3381829"/>
            <a:ext cx="10836275" cy="2531609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6C622DF-824A-7030-FF06-98A537DB20A5}"/>
              </a:ext>
            </a:extLst>
          </p:cNvPr>
          <p:cNvSpPr txBox="1"/>
          <p:nvPr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:Après avoir insérez votre image, adaptez si besoin la couleur du texte en fonction de celle-ci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285252E3-9176-AD7B-44E7-02A49D473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9314"/>
            <a:ext cx="10728325" cy="10842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935755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uel  Bas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Visuel  Bas+ contenu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96CEC976-242A-291F-5C18-817BBE12E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46" y="1381125"/>
            <a:ext cx="10744517" cy="2073275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462F4B3-C673-4762-4C2C-2CE0330E60F9}"/>
              </a:ext>
            </a:extLst>
          </p:cNvPr>
          <p:cNvSpPr txBox="1"/>
          <p:nvPr/>
        </p:nvSpPr>
        <p:spPr>
          <a:xfrm>
            <a:off x="-101600" y="685800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</p:txBody>
      </p:sp>
      <p:sp>
        <p:nvSpPr>
          <p:cNvPr id="9" name="Espace réservé pour une image  28">
            <a:extLst>
              <a:ext uri="{FF2B5EF4-FFF2-40B4-BE49-F238E27FC236}">
                <a16:creationId xmlns:a16="http://schemas.microsoft.com/office/drawing/2014/main" id="{DCB96DEF-5249-666B-576F-70AC92D066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0197" y="3823855"/>
            <a:ext cx="11765693" cy="2356998"/>
          </a:xfrm>
          <a:custGeom>
            <a:avLst/>
            <a:gdLst>
              <a:gd name="connsiteX0" fmla="*/ 738225 w 5957423"/>
              <a:gd name="connsiteY0" fmla="*/ 6793932 h 6858000"/>
              <a:gd name="connsiteX1" fmla="*/ 814828 w 5957423"/>
              <a:gd name="connsiteY1" fmla="*/ 6852286 h 6858000"/>
              <a:gd name="connsiteX2" fmla="*/ 822329 w 5957423"/>
              <a:gd name="connsiteY2" fmla="*/ 6858000 h 6858000"/>
              <a:gd name="connsiteX3" fmla="*/ 655724 w 5957423"/>
              <a:gd name="connsiteY3" fmla="*/ 6858000 h 6858000"/>
              <a:gd name="connsiteX4" fmla="*/ 656989 w 5957423"/>
              <a:gd name="connsiteY4" fmla="*/ 6857017 h 6858000"/>
              <a:gd name="connsiteX5" fmla="*/ 738225 w 5957423"/>
              <a:gd name="connsiteY5" fmla="*/ 6793932 h 6858000"/>
              <a:gd name="connsiteX6" fmla="*/ 733493 w 5957423"/>
              <a:gd name="connsiteY6" fmla="*/ 6434348 h 6858000"/>
              <a:gd name="connsiteX7" fmla="*/ 733493 w 5957423"/>
              <a:gd name="connsiteY7" fmla="*/ 6780527 h 6858000"/>
              <a:gd name="connsiteX8" fmla="*/ 639637 w 5957423"/>
              <a:gd name="connsiteY8" fmla="*/ 6853075 h 6858000"/>
              <a:gd name="connsiteX9" fmla="*/ 656989 w 5957423"/>
              <a:gd name="connsiteY9" fmla="*/ 6857017 h 6858000"/>
              <a:gd name="connsiteX10" fmla="*/ 638848 w 5957423"/>
              <a:gd name="connsiteY10" fmla="*/ 6853863 h 6858000"/>
              <a:gd name="connsiteX11" fmla="*/ 633515 w 5957423"/>
              <a:gd name="connsiteY11" fmla="*/ 6858000 h 6858000"/>
              <a:gd name="connsiteX12" fmla="*/ 371479 w 5957423"/>
              <a:gd name="connsiteY12" fmla="*/ 6858000 h 6858000"/>
              <a:gd name="connsiteX13" fmla="*/ 371479 w 5957423"/>
              <a:gd name="connsiteY13" fmla="*/ 6799592 h 6858000"/>
              <a:gd name="connsiteX14" fmla="*/ 371479 w 5957423"/>
              <a:gd name="connsiteY14" fmla="*/ 6715076 h 6858000"/>
              <a:gd name="connsiteX15" fmla="*/ 733493 w 5957423"/>
              <a:gd name="connsiteY15" fmla="*/ 6434348 h 6858000"/>
              <a:gd name="connsiteX16" fmla="*/ 1106548 w 5957423"/>
              <a:gd name="connsiteY16" fmla="*/ 5786939 h 6858000"/>
              <a:gd name="connsiteX17" fmla="*/ 1106548 w 5957423"/>
              <a:gd name="connsiteY17" fmla="*/ 6133906 h 6858000"/>
              <a:gd name="connsiteX18" fmla="*/ 1012693 w 5957423"/>
              <a:gd name="connsiteY18" fmla="*/ 6206454 h 6858000"/>
              <a:gd name="connsiteX19" fmla="*/ 744534 w 5957423"/>
              <a:gd name="connsiteY19" fmla="*/ 6413845 h 6858000"/>
              <a:gd name="connsiteX20" fmla="*/ 744534 w 5957423"/>
              <a:gd name="connsiteY20" fmla="*/ 6067667 h 6858000"/>
              <a:gd name="connsiteX21" fmla="*/ 873093 w 5957423"/>
              <a:gd name="connsiteY21" fmla="*/ 5968308 h 6858000"/>
              <a:gd name="connsiteX22" fmla="*/ 1106548 w 5957423"/>
              <a:gd name="connsiteY22" fmla="*/ 5786939 h 6858000"/>
              <a:gd name="connsiteX23" fmla="*/ 1739875 w 5957423"/>
              <a:gd name="connsiteY23" fmla="*/ 5671020 h 6858000"/>
              <a:gd name="connsiteX24" fmla="*/ 1726467 w 5957423"/>
              <a:gd name="connsiteY24" fmla="*/ 5677328 h 6858000"/>
              <a:gd name="connsiteX25" fmla="*/ 1739875 w 5957423"/>
              <a:gd name="connsiteY25" fmla="*/ 5671020 h 6858000"/>
              <a:gd name="connsiteX26" fmla="*/ 1488280 w 5957423"/>
              <a:gd name="connsiteY26" fmla="*/ 5495959 h 6858000"/>
              <a:gd name="connsiteX27" fmla="*/ 1726467 w 5957423"/>
              <a:gd name="connsiteY27" fmla="*/ 5677328 h 6858000"/>
              <a:gd name="connsiteX28" fmla="*/ 1853448 w 5957423"/>
              <a:gd name="connsiteY28" fmla="*/ 5773533 h 6858000"/>
              <a:gd name="connsiteX29" fmla="*/ 1489068 w 5957423"/>
              <a:gd name="connsiteY29" fmla="*/ 6056627 h 6858000"/>
              <a:gd name="connsiteX30" fmla="*/ 1123900 w 5957423"/>
              <a:gd name="connsiteY30" fmla="*/ 5779053 h 6858000"/>
              <a:gd name="connsiteX31" fmla="*/ 1488280 w 5957423"/>
              <a:gd name="connsiteY31" fmla="*/ 5495959 h 6858000"/>
              <a:gd name="connsiteX32" fmla="*/ 359648 w 5957423"/>
              <a:gd name="connsiteY32" fmla="*/ 4847761 h 6858000"/>
              <a:gd name="connsiteX33" fmla="*/ 724817 w 5957423"/>
              <a:gd name="connsiteY33" fmla="*/ 5125335 h 6858000"/>
              <a:gd name="connsiteX34" fmla="*/ 487418 w 5957423"/>
              <a:gd name="connsiteY34" fmla="*/ 5309070 h 6858000"/>
              <a:gd name="connsiteX35" fmla="*/ 493727 w 5957423"/>
              <a:gd name="connsiteY35" fmla="*/ 5320110 h 6858000"/>
              <a:gd name="connsiteX36" fmla="*/ 733493 w 5957423"/>
              <a:gd name="connsiteY36" fmla="*/ 5134798 h 6858000"/>
              <a:gd name="connsiteX37" fmla="*/ 733493 w 5957423"/>
              <a:gd name="connsiteY37" fmla="*/ 5480976 h 6858000"/>
              <a:gd name="connsiteX38" fmla="*/ 633328 w 5957423"/>
              <a:gd name="connsiteY38" fmla="*/ 5558256 h 6858000"/>
              <a:gd name="connsiteX39" fmla="*/ 641215 w 5957423"/>
              <a:gd name="connsiteY39" fmla="*/ 5570873 h 6858000"/>
              <a:gd name="connsiteX40" fmla="*/ 737436 w 5957423"/>
              <a:gd name="connsiteY40" fmla="*/ 5495959 h 6858000"/>
              <a:gd name="connsiteX41" fmla="*/ 1102605 w 5957423"/>
              <a:gd name="connsiteY41" fmla="*/ 5773533 h 6858000"/>
              <a:gd name="connsiteX42" fmla="*/ 866783 w 5957423"/>
              <a:gd name="connsiteY42" fmla="*/ 5956479 h 6858000"/>
              <a:gd name="connsiteX43" fmla="*/ 873093 w 5957423"/>
              <a:gd name="connsiteY43" fmla="*/ 5968308 h 6858000"/>
              <a:gd name="connsiteX44" fmla="*/ 865994 w 5957423"/>
              <a:gd name="connsiteY44" fmla="*/ 5957268 h 6858000"/>
              <a:gd name="connsiteX45" fmla="*/ 738225 w 5957423"/>
              <a:gd name="connsiteY45" fmla="*/ 6056627 h 6858000"/>
              <a:gd name="connsiteX46" fmla="*/ 373056 w 5957423"/>
              <a:gd name="connsiteY46" fmla="*/ 5779053 h 6858000"/>
              <a:gd name="connsiteX47" fmla="*/ 640426 w 5957423"/>
              <a:gd name="connsiteY47" fmla="*/ 5571661 h 6858000"/>
              <a:gd name="connsiteX48" fmla="*/ 633328 w 5957423"/>
              <a:gd name="connsiteY48" fmla="*/ 5559044 h 6858000"/>
              <a:gd name="connsiteX49" fmla="*/ 371479 w 5957423"/>
              <a:gd name="connsiteY49" fmla="*/ 5761705 h 6858000"/>
              <a:gd name="connsiteX50" fmla="*/ 371479 w 5957423"/>
              <a:gd name="connsiteY50" fmla="*/ 5415526 h 6858000"/>
              <a:gd name="connsiteX51" fmla="*/ 493727 w 5957423"/>
              <a:gd name="connsiteY51" fmla="*/ 5320898 h 6858000"/>
              <a:gd name="connsiteX52" fmla="*/ 486629 w 5957423"/>
              <a:gd name="connsiteY52" fmla="*/ 5309070 h 6858000"/>
              <a:gd name="connsiteX53" fmla="*/ 365169 w 5957423"/>
              <a:gd name="connsiteY53" fmla="*/ 5403697 h 6858000"/>
              <a:gd name="connsiteX54" fmla="*/ 0 w 5957423"/>
              <a:gd name="connsiteY54" fmla="*/ 5126124 h 6858000"/>
              <a:gd name="connsiteX55" fmla="*/ 359648 w 5957423"/>
              <a:gd name="connsiteY55" fmla="*/ 4847761 h 6858000"/>
              <a:gd name="connsiteX56" fmla="*/ 1106548 w 5957423"/>
              <a:gd name="connsiteY56" fmla="*/ 4487388 h 6858000"/>
              <a:gd name="connsiteX57" fmla="*/ 1106548 w 5957423"/>
              <a:gd name="connsiteY57" fmla="*/ 4833567 h 6858000"/>
              <a:gd name="connsiteX58" fmla="*/ 1018214 w 5957423"/>
              <a:gd name="connsiteY58" fmla="*/ 4902172 h 6858000"/>
              <a:gd name="connsiteX59" fmla="*/ 1025312 w 5957423"/>
              <a:gd name="connsiteY59" fmla="*/ 4913212 h 6858000"/>
              <a:gd name="connsiteX60" fmla="*/ 1017425 w 5957423"/>
              <a:gd name="connsiteY60" fmla="*/ 4902960 h 6858000"/>
              <a:gd name="connsiteX61" fmla="*/ 744534 w 5957423"/>
              <a:gd name="connsiteY61" fmla="*/ 5114295 h 6858000"/>
              <a:gd name="connsiteX62" fmla="*/ 744534 w 5957423"/>
              <a:gd name="connsiteY62" fmla="*/ 4768116 h 6858000"/>
              <a:gd name="connsiteX63" fmla="*/ 856530 w 5957423"/>
              <a:gd name="connsiteY63" fmla="*/ 4680586 h 6858000"/>
              <a:gd name="connsiteX64" fmla="*/ 849432 w 5957423"/>
              <a:gd name="connsiteY64" fmla="*/ 4670335 h 6858000"/>
              <a:gd name="connsiteX65" fmla="*/ 857319 w 5957423"/>
              <a:gd name="connsiteY65" fmla="*/ 4680586 h 6858000"/>
              <a:gd name="connsiteX66" fmla="*/ 1106548 w 5957423"/>
              <a:gd name="connsiteY66" fmla="*/ 4487388 h 6858000"/>
              <a:gd name="connsiteX67" fmla="*/ 737436 w 5957423"/>
              <a:gd name="connsiteY67" fmla="*/ 4196409 h 6858000"/>
              <a:gd name="connsiteX68" fmla="*/ 1102605 w 5957423"/>
              <a:gd name="connsiteY68" fmla="*/ 4473983 h 6858000"/>
              <a:gd name="connsiteX69" fmla="*/ 849432 w 5957423"/>
              <a:gd name="connsiteY69" fmla="*/ 4670335 h 6858000"/>
              <a:gd name="connsiteX70" fmla="*/ 738225 w 5957423"/>
              <a:gd name="connsiteY70" fmla="*/ 4756288 h 6858000"/>
              <a:gd name="connsiteX71" fmla="*/ 373056 w 5957423"/>
              <a:gd name="connsiteY71" fmla="*/ 4478714 h 6858000"/>
              <a:gd name="connsiteX72" fmla="*/ 737436 w 5957423"/>
              <a:gd name="connsiteY72" fmla="*/ 4196409 h 6858000"/>
              <a:gd name="connsiteX73" fmla="*/ 1115224 w 5957423"/>
              <a:gd name="connsiteY73" fmla="*/ 3544268 h 6858000"/>
              <a:gd name="connsiteX74" fmla="*/ 1125477 w 5957423"/>
              <a:gd name="connsiteY74" fmla="*/ 3552154 h 6858000"/>
              <a:gd name="connsiteX75" fmla="*/ 1480393 w 5957423"/>
              <a:gd name="connsiteY75" fmla="*/ 3821842 h 6858000"/>
              <a:gd name="connsiteX76" fmla="*/ 1116013 w 5957423"/>
              <a:gd name="connsiteY76" fmla="*/ 4104935 h 6858000"/>
              <a:gd name="connsiteX77" fmla="*/ 750844 w 5957423"/>
              <a:gd name="connsiteY77" fmla="*/ 3826573 h 6858000"/>
              <a:gd name="connsiteX78" fmla="*/ 1115224 w 5957423"/>
              <a:gd name="connsiteY78" fmla="*/ 3544268 h 6858000"/>
              <a:gd name="connsiteX79" fmla="*/ 1480393 w 5957423"/>
              <a:gd name="connsiteY79" fmla="*/ 2538851 h 6858000"/>
              <a:gd name="connsiteX80" fmla="*/ 1480393 w 5957423"/>
              <a:gd name="connsiteY80" fmla="*/ 2885030 h 6858000"/>
              <a:gd name="connsiteX81" fmla="*/ 1386537 w 5957423"/>
              <a:gd name="connsiteY81" fmla="*/ 2957578 h 6858000"/>
              <a:gd name="connsiteX82" fmla="*/ 1392847 w 5957423"/>
              <a:gd name="connsiteY82" fmla="*/ 2969406 h 6858000"/>
              <a:gd name="connsiteX83" fmla="*/ 1385748 w 5957423"/>
              <a:gd name="connsiteY83" fmla="*/ 2958366 h 6858000"/>
              <a:gd name="connsiteX84" fmla="*/ 1118379 w 5957423"/>
              <a:gd name="connsiteY84" fmla="*/ 3165758 h 6858000"/>
              <a:gd name="connsiteX85" fmla="*/ 1118379 w 5957423"/>
              <a:gd name="connsiteY85" fmla="*/ 2819579 h 6858000"/>
              <a:gd name="connsiteX86" fmla="*/ 1246148 w 5957423"/>
              <a:gd name="connsiteY86" fmla="*/ 2720221 h 6858000"/>
              <a:gd name="connsiteX87" fmla="*/ 1239839 w 5957423"/>
              <a:gd name="connsiteY87" fmla="*/ 2708392 h 6858000"/>
              <a:gd name="connsiteX88" fmla="*/ 1246937 w 5957423"/>
              <a:gd name="connsiteY88" fmla="*/ 2719432 h 6858000"/>
              <a:gd name="connsiteX89" fmla="*/ 1480393 w 5957423"/>
              <a:gd name="connsiteY89" fmla="*/ 2538851 h 6858000"/>
              <a:gd name="connsiteX90" fmla="*/ 732704 w 5957423"/>
              <a:gd name="connsiteY90" fmla="*/ 1598885 h 6858000"/>
              <a:gd name="connsiteX91" fmla="*/ 1097873 w 5957423"/>
              <a:gd name="connsiteY91" fmla="*/ 1876459 h 6858000"/>
              <a:gd name="connsiteX92" fmla="*/ 860473 w 5957423"/>
              <a:gd name="connsiteY92" fmla="*/ 2060194 h 6858000"/>
              <a:gd name="connsiteX93" fmla="*/ 867572 w 5957423"/>
              <a:gd name="connsiteY93" fmla="*/ 2072022 h 6858000"/>
              <a:gd name="connsiteX94" fmla="*/ 1106548 w 5957423"/>
              <a:gd name="connsiteY94" fmla="*/ 1885922 h 6858000"/>
              <a:gd name="connsiteX95" fmla="*/ 1106548 w 5957423"/>
              <a:gd name="connsiteY95" fmla="*/ 2232889 h 6858000"/>
              <a:gd name="connsiteX96" fmla="*/ 1007172 w 5957423"/>
              <a:gd name="connsiteY96" fmla="*/ 2310168 h 6858000"/>
              <a:gd name="connsiteX97" fmla="*/ 1014270 w 5957423"/>
              <a:gd name="connsiteY97" fmla="*/ 2322785 h 6858000"/>
              <a:gd name="connsiteX98" fmla="*/ 1110492 w 5957423"/>
              <a:gd name="connsiteY98" fmla="*/ 2247872 h 6858000"/>
              <a:gd name="connsiteX99" fmla="*/ 1475660 w 5957423"/>
              <a:gd name="connsiteY99" fmla="*/ 2525446 h 6858000"/>
              <a:gd name="connsiteX100" fmla="*/ 1239839 w 5957423"/>
              <a:gd name="connsiteY100" fmla="*/ 2708392 h 6858000"/>
              <a:gd name="connsiteX101" fmla="*/ 1112069 w 5957423"/>
              <a:gd name="connsiteY101" fmla="*/ 2807751 h 6858000"/>
              <a:gd name="connsiteX102" fmla="*/ 746900 w 5957423"/>
              <a:gd name="connsiteY102" fmla="*/ 2530177 h 6858000"/>
              <a:gd name="connsiteX103" fmla="*/ 1013481 w 5957423"/>
              <a:gd name="connsiteY103" fmla="*/ 2322785 h 6858000"/>
              <a:gd name="connsiteX104" fmla="*/ 1006383 w 5957423"/>
              <a:gd name="connsiteY104" fmla="*/ 2310168 h 6858000"/>
              <a:gd name="connsiteX105" fmla="*/ 744534 w 5957423"/>
              <a:gd name="connsiteY105" fmla="*/ 2513617 h 6858000"/>
              <a:gd name="connsiteX106" fmla="*/ 744534 w 5957423"/>
              <a:gd name="connsiteY106" fmla="*/ 2166650 h 6858000"/>
              <a:gd name="connsiteX107" fmla="*/ 866783 w 5957423"/>
              <a:gd name="connsiteY107" fmla="*/ 2072022 h 6858000"/>
              <a:gd name="connsiteX108" fmla="*/ 860473 w 5957423"/>
              <a:gd name="connsiteY108" fmla="*/ 2060983 h 6858000"/>
              <a:gd name="connsiteX109" fmla="*/ 738225 w 5957423"/>
              <a:gd name="connsiteY109" fmla="*/ 2155610 h 6858000"/>
              <a:gd name="connsiteX110" fmla="*/ 373056 w 5957423"/>
              <a:gd name="connsiteY110" fmla="*/ 1878036 h 6858000"/>
              <a:gd name="connsiteX111" fmla="*/ 732704 w 5957423"/>
              <a:gd name="connsiteY111" fmla="*/ 1598885 h 6858000"/>
              <a:gd name="connsiteX112" fmla="*/ 1480393 w 5957423"/>
              <a:gd name="connsiteY112" fmla="*/ 1238512 h 6858000"/>
              <a:gd name="connsiteX113" fmla="*/ 1480393 w 5957423"/>
              <a:gd name="connsiteY113" fmla="*/ 1585480 h 6858000"/>
              <a:gd name="connsiteX114" fmla="*/ 1391269 w 5957423"/>
              <a:gd name="connsiteY114" fmla="*/ 1654085 h 6858000"/>
              <a:gd name="connsiteX115" fmla="*/ 1399156 w 5957423"/>
              <a:gd name="connsiteY115" fmla="*/ 1664336 h 6858000"/>
              <a:gd name="connsiteX116" fmla="*/ 1483547 w 5957423"/>
              <a:gd name="connsiteY116" fmla="*/ 1598885 h 6858000"/>
              <a:gd name="connsiteX117" fmla="*/ 1848716 w 5957423"/>
              <a:gd name="connsiteY117" fmla="*/ 1876459 h 6858000"/>
              <a:gd name="connsiteX118" fmla="*/ 1658639 w 5957423"/>
              <a:gd name="connsiteY118" fmla="*/ 2023920 h 6858000"/>
              <a:gd name="connsiteX119" fmla="*/ 1489068 w 5957423"/>
              <a:gd name="connsiteY119" fmla="*/ 2155610 h 6858000"/>
              <a:gd name="connsiteX120" fmla="*/ 1123900 w 5957423"/>
              <a:gd name="connsiteY120" fmla="*/ 1878036 h 6858000"/>
              <a:gd name="connsiteX121" fmla="*/ 1398368 w 5957423"/>
              <a:gd name="connsiteY121" fmla="*/ 1665124 h 6858000"/>
              <a:gd name="connsiteX122" fmla="*/ 1390481 w 5957423"/>
              <a:gd name="connsiteY122" fmla="*/ 1654085 h 6858000"/>
              <a:gd name="connsiteX123" fmla="*/ 1118379 w 5957423"/>
              <a:gd name="connsiteY123" fmla="*/ 1865419 h 6858000"/>
              <a:gd name="connsiteX124" fmla="*/ 1118379 w 5957423"/>
              <a:gd name="connsiteY124" fmla="*/ 1519240 h 6858000"/>
              <a:gd name="connsiteX125" fmla="*/ 1230374 w 5957423"/>
              <a:gd name="connsiteY125" fmla="*/ 1432499 h 6858000"/>
              <a:gd name="connsiteX126" fmla="*/ 1480393 w 5957423"/>
              <a:gd name="connsiteY126" fmla="*/ 1238512 h 6858000"/>
              <a:gd name="connsiteX127" fmla="*/ 1110492 w 5957423"/>
              <a:gd name="connsiteY127" fmla="*/ 947533 h 6858000"/>
              <a:gd name="connsiteX128" fmla="*/ 1475660 w 5957423"/>
              <a:gd name="connsiteY128" fmla="*/ 1225107 h 6858000"/>
              <a:gd name="connsiteX129" fmla="*/ 1223276 w 5957423"/>
              <a:gd name="connsiteY129" fmla="*/ 1421459 h 6858000"/>
              <a:gd name="connsiteX130" fmla="*/ 1230374 w 5957423"/>
              <a:gd name="connsiteY130" fmla="*/ 1432499 h 6858000"/>
              <a:gd name="connsiteX131" fmla="*/ 1222487 w 5957423"/>
              <a:gd name="connsiteY131" fmla="*/ 1422247 h 6858000"/>
              <a:gd name="connsiteX132" fmla="*/ 1112069 w 5957423"/>
              <a:gd name="connsiteY132" fmla="*/ 1508201 h 6858000"/>
              <a:gd name="connsiteX133" fmla="*/ 746900 w 5957423"/>
              <a:gd name="connsiteY133" fmla="*/ 1230627 h 6858000"/>
              <a:gd name="connsiteX134" fmla="*/ 1110492 w 5957423"/>
              <a:gd name="connsiteY134" fmla="*/ 947533 h 6858000"/>
              <a:gd name="connsiteX135" fmla="*/ 1488280 w 5957423"/>
              <a:gd name="connsiteY135" fmla="*/ 296181 h 6858000"/>
              <a:gd name="connsiteX136" fmla="*/ 1498533 w 5957423"/>
              <a:gd name="connsiteY136" fmla="*/ 304066 h 6858000"/>
              <a:gd name="connsiteX137" fmla="*/ 1853448 w 5957423"/>
              <a:gd name="connsiteY137" fmla="*/ 573754 h 6858000"/>
              <a:gd name="connsiteX138" fmla="*/ 1489068 w 5957423"/>
              <a:gd name="connsiteY138" fmla="*/ 856060 h 6858000"/>
              <a:gd name="connsiteX139" fmla="*/ 1123900 w 5957423"/>
              <a:gd name="connsiteY139" fmla="*/ 578486 h 6858000"/>
              <a:gd name="connsiteX140" fmla="*/ 1488280 w 5957423"/>
              <a:gd name="connsiteY140" fmla="*/ 296181 h 6858000"/>
              <a:gd name="connsiteX141" fmla="*/ 1493012 w 5957423"/>
              <a:gd name="connsiteY141" fmla="*/ 0 h 6858000"/>
              <a:gd name="connsiteX142" fmla="*/ 5957423 w 5957423"/>
              <a:gd name="connsiteY142" fmla="*/ 0 h 6858000"/>
              <a:gd name="connsiteX143" fmla="*/ 5957423 w 5957423"/>
              <a:gd name="connsiteY143" fmla="*/ 6858000 h 6858000"/>
              <a:gd name="connsiteX144" fmla="*/ 843615 w 5957423"/>
              <a:gd name="connsiteY144" fmla="*/ 6858000 h 6858000"/>
              <a:gd name="connsiteX145" fmla="*/ 810785 w 5957423"/>
              <a:gd name="connsiteY145" fmla="*/ 6833040 h 6858000"/>
              <a:gd name="connsiteX146" fmla="*/ 746900 w 5957423"/>
              <a:gd name="connsiteY146" fmla="*/ 6784470 h 6858000"/>
              <a:gd name="connsiteX147" fmla="*/ 746900 w 5957423"/>
              <a:gd name="connsiteY147" fmla="*/ 6429617 h 6858000"/>
              <a:gd name="connsiteX148" fmla="*/ 1019002 w 5957423"/>
              <a:gd name="connsiteY148" fmla="*/ 6218282 h 6858000"/>
              <a:gd name="connsiteX149" fmla="*/ 1012693 w 5957423"/>
              <a:gd name="connsiteY149" fmla="*/ 6206454 h 6858000"/>
              <a:gd name="connsiteX150" fmla="*/ 1019791 w 5957423"/>
              <a:gd name="connsiteY150" fmla="*/ 6217493 h 6858000"/>
              <a:gd name="connsiteX151" fmla="*/ 1110492 w 5957423"/>
              <a:gd name="connsiteY151" fmla="*/ 6147311 h 6858000"/>
              <a:gd name="connsiteX152" fmla="*/ 1489068 w 5957423"/>
              <a:gd name="connsiteY152" fmla="*/ 6435925 h 6858000"/>
              <a:gd name="connsiteX153" fmla="*/ 1870800 w 5957423"/>
              <a:gd name="connsiteY153" fmla="*/ 6140214 h 6858000"/>
              <a:gd name="connsiteX154" fmla="*/ 1870800 w 5957423"/>
              <a:gd name="connsiteY154" fmla="*/ 6021930 h 6858000"/>
              <a:gd name="connsiteX155" fmla="*/ 1857392 w 5957423"/>
              <a:gd name="connsiteY155" fmla="*/ 6027450 h 6858000"/>
              <a:gd name="connsiteX156" fmla="*/ 1857392 w 5957423"/>
              <a:gd name="connsiteY156" fmla="*/ 6133906 h 6858000"/>
              <a:gd name="connsiteX157" fmla="*/ 1495378 w 5957423"/>
              <a:gd name="connsiteY157" fmla="*/ 6413845 h 6858000"/>
              <a:gd name="connsiteX158" fmla="*/ 1495378 w 5957423"/>
              <a:gd name="connsiteY158" fmla="*/ 6067667 h 6858000"/>
              <a:gd name="connsiteX159" fmla="*/ 1857392 w 5957423"/>
              <a:gd name="connsiteY159" fmla="*/ 5786939 h 6858000"/>
              <a:gd name="connsiteX160" fmla="*/ 1857392 w 5957423"/>
              <a:gd name="connsiteY160" fmla="*/ 6026661 h 6858000"/>
              <a:gd name="connsiteX161" fmla="*/ 1870800 w 5957423"/>
              <a:gd name="connsiteY161" fmla="*/ 6021141 h 6858000"/>
              <a:gd name="connsiteX162" fmla="*/ 1870800 w 5957423"/>
              <a:gd name="connsiteY162" fmla="*/ 5770379 h 6858000"/>
              <a:gd name="connsiteX163" fmla="*/ 1739875 w 5957423"/>
              <a:gd name="connsiteY163" fmla="*/ 5671020 h 6858000"/>
              <a:gd name="connsiteX164" fmla="*/ 1497744 w 5957423"/>
              <a:gd name="connsiteY164" fmla="*/ 5487285 h 6858000"/>
              <a:gd name="connsiteX165" fmla="*/ 1497744 w 5957423"/>
              <a:gd name="connsiteY165" fmla="*/ 5307493 h 6858000"/>
              <a:gd name="connsiteX166" fmla="*/ 1484336 w 5957423"/>
              <a:gd name="connsiteY166" fmla="*/ 5309858 h 6858000"/>
              <a:gd name="connsiteX167" fmla="*/ 1484336 w 5957423"/>
              <a:gd name="connsiteY167" fmla="*/ 5480976 h 6858000"/>
              <a:gd name="connsiteX168" fmla="*/ 1122322 w 5957423"/>
              <a:gd name="connsiteY168" fmla="*/ 5761705 h 6858000"/>
              <a:gd name="connsiteX169" fmla="*/ 1122322 w 5957423"/>
              <a:gd name="connsiteY169" fmla="*/ 5415526 h 6858000"/>
              <a:gd name="connsiteX170" fmla="*/ 1292682 w 5957423"/>
              <a:gd name="connsiteY170" fmla="*/ 5283047 h 6858000"/>
              <a:gd name="connsiteX171" fmla="*/ 1285583 w 5957423"/>
              <a:gd name="connsiteY171" fmla="*/ 5272796 h 6858000"/>
              <a:gd name="connsiteX172" fmla="*/ 1116013 w 5957423"/>
              <a:gd name="connsiteY172" fmla="*/ 5403697 h 6858000"/>
              <a:gd name="connsiteX173" fmla="*/ 750844 w 5957423"/>
              <a:gd name="connsiteY173" fmla="*/ 5126124 h 6858000"/>
              <a:gd name="connsiteX174" fmla="*/ 1025312 w 5957423"/>
              <a:gd name="connsiteY174" fmla="*/ 4913212 h 6858000"/>
              <a:gd name="connsiteX175" fmla="*/ 1110492 w 5957423"/>
              <a:gd name="connsiteY175" fmla="*/ 4847761 h 6858000"/>
              <a:gd name="connsiteX176" fmla="*/ 1475660 w 5957423"/>
              <a:gd name="connsiteY176" fmla="*/ 5125335 h 6858000"/>
              <a:gd name="connsiteX177" fmla="*/ 1285583 w 5957423"/>
              <a:gd name="connsiteY177" fmla="*/ 5272008 h 6858000"/>
              <a:gd name="connsiteX178" fmla="*/ 1293470 w 5957423"/>
              <a:gd name="connsiteY178" fmla="*/ 5283047 h 6858000"/>
              <a:gd name="connsiteX179" fmla="*/ 1484336 w 5957423"/>
              <a:gd name="connsiteY179" fmla="*/ 5134798 h 6858000"/>
              <a:gd name="connsiteX180" fmla="*/ 1484336 w 5957423"/>
              <a:gd name="connsiteY180" fmla="*/ 5309070 h 6858000"/>
              <a:gd name="connsiteX181" fmla="*/ 1497744 w 5957423"/>
              <a:gd name="connsiteY181" fmla="*/ 5306704 h 6858000"/>
              <a:gd name="connsiteX182" fmla="*/ 1497744 w 5957423"/>
              <a:gd name="connsiteY182" fmla="*/ 5129278 h 6858000"/>
              <a:gd name="connsiteX183" fmla="*/ 1513518 w 5957423"/>
              <a:gd name="connsiteY183" fmla="*/ 5116661 h 6858000"/>
              <a:gd name="connsiteX184" fmla="*/ 1513518 w 5957423"/>
              <a:gd name="connsiteY184" fmla="*/ 5100101 h 6858000"/>
              <a:gd name="connsiteX185" fmla="*/ 1495378 w 5957423"/>
              <a:gd name="connsiteY185" fmla="*/ 5114295 h 6858000"/>
              <a:gd name="connsiteX186" fmla="*/ 1495378 w 5957423"/>
              <a:gd name="connsiteY186" fmla="*/ 4768116 h 6858000"/>
              <a:gd name="connsiteX187" fmla="*/ 1513518 w 5957423"/>
              <a:gd name="connsiteY187" fmla="*/ 4753922 h 6858000"/>
              <a:gd name="connsiteX188" fmla="*/ 1513518 w 5957423"/>
              <a:gd name="connsiteY188" fmla="*/ 4737362 h 6858000"/>
              <a:gd name="connsiteX189" fmla="*/ 1489068 w 5957423"/>
              <a:gd name="connsiteY189" fmla="*/ 4756288 h 6858000"/>
              <a:gd name="connsiteX190" fmla="*/ 1123900 w 5957423"/>
              <a:gd name="connsiteY190" fmla="*/ 4478714 h 6858000"/>
              <a:gd name="connsiteX191" fmla="*/ 1488280 w 5957423"/>
              <a:gd name="connsiteY191" fmla="*/ 4196409 h 6858000"/>
              <a:gd name="connsiteX192" fmla="*/ 1853448 w 5957423"/>
              <a:gd name="connsiteY192" fmla="*/ 4473983 h 6858000"/>
              <a:gd name="connsiteX193" fmla="*/ 1514307 w 5957423"/>
              <a:gd name="connsiteY193" fmla="*/ 4737362 h 6858000"/>
              <a:gd name="connsiteX194" fmla="*/ 1514307 w 5957423"/>
              <a:gd name="connsiteY194" fmla="*/ 4753134 h 6858000"/>
              <a:gd name="connsiteX195" fmla="*/ 1857392 w 5957423"/>
              <a:gd name="connsiteY195" fmla="*/ 4487388 h 6858000"/>
              <a:gd name="connsiteX196" fmla="*/ 1857392 w 5957423"/>
              <a:gd name="connsiteY196" fmla="*/ 4833567 h 6858000"/>
              <a:gd name="connsiteX197" fmla="*/ 1514307 w 5957423"/>
              <a:gd name="connsiteY197" fmla="*/ 5100101 h 6858000"/>
              <a:gd name="connsiteX198" fmla="*/ 1514307 w 5957423"/>
              <a:gd name="connsiteY198" fmla="*/ 5116661 h 6858000"/>
              <a:gd name="connsiteX199" fmla="*/ 1870800 w 5957423"/>
              <a:gd name="connsiteY199" fmla="*/ 4839875 h 6858000"/>
              <a:gd name="connsiteX200" fmla="*/ 1870800 w 5957423"/>
              <a:gd name="connsiteY200" fmla="*/ 4470828 h 6858000"/>
              <a:gd name="connsiteX201" fmla="*/ 1497744 w 5957423"/>
              <a:gd name="connsiteY201" fmla="*/ 4186946 h 6858000"/>
              <a:gd name="connsiteX202" fmla="*/ 1497744 w 5957423"/>
              <a:gd name="connsiteY202" fmla="*/ 3839190 h 6858000"/>
              <a:gd name="connsiteX203" fmla="*/ 1484336 w 5957423"/>
              <a:gd name="connsiteY203" fmla="*/ 3849441 h 6858000"/>
              <a:gd name="connsiteX204" fmla="*/ 1484336 w 5957423"/>
              <a:gd name="connsiteY204" fmla="*/ 4182215 h 6858000"/>
              <a:gd name="connsiteX205" fmla="*/ 1122322 w 5957423"/>
              <a:gd name="connsiteY205" fmla="*/ 4462154 h 6858000"/>
              <a:gd name="connsiteX206" fmla="*/ 1122322 w 5957423"/>
              <a:gd name="connsiteY206" fmla="*/ 4115975 h 6858000"/>
              <a:gd name="connsiteX207" fmla="*/ 1484336 w 5957423"/>
              <a:gd name="connsiteY207" fmla="*/ 3835248 h 6858000"/>
              <a:gd name="connsiteX208" fmla="*/ 1484336 w 5957423"/>
              <a:gd name="connsiteY208" fmla="*/ 3848653 h 6858000"/>
              <a:gd name="connsiteX209" fmla="*/ 1497744 w 5957423"/>
              <a:gd name="connsiteY209" fmla="*/ 3838402 h 6858000"/>
              <a:gd name="connsiteX210" fmla="*/ 1497744 w 5957423"/>
              <a:gd name="connsiteY210" fmla="*/ 3818688 h 6858000"/>
              <a:gd name="connsiteX211" fmla="*/ 1136519 w 5957423"/>
              <a:gd name="connsiteY211" fmla="*/ 3544268 h 6858000"/>
              <a:gd name="connsiteX212" fmla="*/ 1125477 w 5957423"/>
              <a:gd name="connsiteY212" fmla="*/ 3552154 h 6858000"/>
              <a:gd name="connsiteX213" fmla="*/ 1135730 w 5957423"/>
              <a:gd name="connsiteY213" fmla="*/ 3543479 h 6858000"/>
              <a:gd name="connsiteX214" fmla="*/ 1119956 w 5957423"/>
              <a:gd name="connsiteY214" fmla="*/ 3531651 h 6858000"/>
              <a:gd name="connsiteX215" fmla="*/ 1119956 w 5957423"/>
              <a:gd name="connsiteY215" fmla="*/ 3519822 h 6858000"/>
              <a:gd name="connsiteX216" fmla="*/ 1106548 w 5957423"/>
              <a:gd name="connsiteY216" fmla="*/ 3519822 h 6858000"/>
              <a:gd name="connsiteX217" fmla="*/ 1106548 w 5957423"/>
              <a:gd name="connsiteY217" fmla="*/ 3532439 h 6858000"/>
              <a:gd name="connsiteX218" fmla="*/ 744534 w 5957423"/>
              <a:gd name="connsiteY218" fmla="*/ 3812379 h 6858000"/>
              <a:gd name="connsiteX219" fmla="*/ 744534 w 5957423"/>
              <a:gd name="connsiteY219" fmla="*/ 3495377 h 6858000"/>
              <a:gd name="connsiteX220" fmla="*/ 744534 w 5957423"/>
              <a:gd name="connsiteY220" fmla="*/ 3466989 h 6858000"/>
              <a:gd name="connsiteX221" fmla="*/ 1106548 w 5957423"/>
              <a:gd name="connsiteY221" fmla="*/ 3186261 h 6858000"/>
              <a:gd name="connsiteX222" fmla="*/ 1106548 w 5957423"/>
              <a:gd name="connsiteY222" fmla="*/ 3500109 h 6858000"/>
              <a:gd name="connsiteX223" fmla="*/ 1106548 w 5957423"/>
              <a:gd name="connsiteY223" fmla="*/ 3519034 h 6858000"/>
              <a:gd name="connsiteX224" fmla="*/ 1119956 w 5957423"/>
              <a:gd name="connsiteY224" fmla="*/ 3519034 h 6858000"/>
              <a:gd name="connsiteX225" fmla="*/ 1119956 w 5957423"/>
              <a:gd name="connsiteY225" fmla="*/ 3180741 h 6858000"/>
              <a:gd name="connsiteX226" fmla="*/ 1392847 w 5957423"/>
              <a:gd name="connsiteY226" fmla="*/ 2969406 h 6858000"/>
              <a:gd name="connsiteX227" fmla="*/ 1483547 w 5957423"/>
              <a:gd name="connsiteY227" fmla="*/ 2899224 h 6858000"/>
              <a:gd name="connsiteX228" fmla="*/ 1862913 w 5957423"/>
              <a:gd name="connsiteY228" fmla="*/ 3187049 h 6858000"/>
              <a:gd name="connsiteX229" fmla="*/ 2243855 w 5957423"/>
              <a:gd name="connsiteY229" fmla="*/ 2891339 h 6858000"/>
              <a:gd name="connsiteX230" fmla="*/ 2243855 w 5957423"/>
              <a:gd name="connsiteY230" fmla="*/ 2773843 h 6858000"/>
              <a:gd name="connsiteX231" fmla="*/ 2231236 w 5957423"/>
              <a:gd name="connsiteY231" fmla="*/ 2779363 h 6858000"/>
              <a:gd name="connsiteX232" fmla="*/ 2231236 w 5957423"/>
              <a:gd name="connsiteY232" fmla="*/ 2885030 h 6858000"/>
              <a:gd name="connsiteX233" fmla="*/ 1869222 w 5957423"/>
              <a:gd name="connsiteY233" fmla="*/ 3165758 h 6858000"/>
              <a:gd name="connsiteX234" fmla="*/ 1869222 w 5957423"/>
              <a:gd name="connsiteY234" fmla="*/ 2819579 h 6858000"/>
              <a:gd name="connsiteX235" fmla="*/ 2231236 w 5957423"/>
              <a:gd name="connsiteY235" fmla="*/ 2538851 h 6858000"/>
              <a:gd name="connsiteX236" fmla="*/ 2231236 w 5957423"/>
              <a:gd name="connsiteY236" fmla="*/ 2778574 h 6858000"/>
              <a:gd name="connsiteX237" fmla="*/ 2243855 w 5957423"/>
              <a:gd name="connsiteY237" fmla="*/ 2773054 h 6858000"/>
              <a:gd name="connsiteX238" fmla="*/ 2243855 w 5957423"/>
              <a:gd name="connsiteY238" fmla="*/ 2522291 h 6858000"/>
              <a:gd name="connsiteX239" fmla="*/ 2113720 w 5957423"/>
              <a:gd name="connsiteY239" fmla="*/ 2422933 h 6858000"/>
              <a:gd name="connsiteX240" fmla="*/ 2100312 w 5957423"/>
              <a:gd name="connsiteY240" fmla="*/ 2429241 h 6858000"/>
              <a:gd name="connsiteX241" fmla="*/ 2226503 w 5957423"/>
              <a:gd name="connsiteY241" fmla="*/ 2525446 h 6858000"/>
              <a:gd name="connsiteX242" fmla="*/ 1862124 w 5957423"/>
              <a:gd name="connsiteY242" fmla="*/ 2807751 h 6858000"/>
              <a:gd name="connsiteX243" fmla="*/ 1496955 w 5957423"/>
              <a:gd name="connsiteY243" fmla="*/ 2530177 h 6858000"/>
              <a:gd name="connsiteX244" fmla="*/ 1861335 w 5957423"/>
              <a:gd name="connsiteY244" fmla="*/ 2247872 h 6858000"/>
              <a:gd name="connsiteX245" fmla="*/ 2099523 w 5957423"/>
              <a:gd name="connsiteY245" fmla="*/ 2428452 h 6858000"/>
              <a:gd name="connsiteX246" fmla="*/ 2112931 w 5957423"/>
              <a:gd name="connsiteY246" fmla="*/ 2422144 h 6858000"/>
              <a:gd name="connsiteX247" fmla="*/ 1870800 w 5957423"/>
              <a:gd name="connsiteY247" fmla="*/ 2238409 h 6858000"/>
              <a:gd name="connsiteX248" fmla="*/ 1870800 w 5957423"/>
              <a:gd name="connsiteY248" fmla="*/ 2059405 h 6858000"/>
              <a:gd name="connsiteX249" fmla="*/ 1857392 w 5957423"/>
              <a:gd name="connsiteY249" fmla="*/ 2060983 h 6858000"/>
              <a:gd name="connsiteX250" fmla="*/ 1857392 w 5957423"/>
              <a:gd name="connsiteY250" fmla="*/ 2232889 h 6858000"/>
              <a:gd name="connsiteX251" fmla="*/ 1496167 w 5957423"/>
              <a:gd name="connsiteY251" fmla="*/ 2513617 h 6858000"/>
              <a:gd name="connsiteX252" fmla="*/ 1496167 w 5957423"/>
              <a:gd name="connsiteY252" fmla="*/ 2166650 h 6858000"/>
              <a:gd name="connsiteX253" fmla="*/ 1666526 w 5957423"/>
              <a:gd name="connsiteY253" fmla="*/ 2034960 h 6858000"/>
              <a:gd name="connsiteX254" fmla="*/ 1658639 w 5957423"/>
              <a:gd name="connsiteY254" fmla="*/ 2023920 h 6858000"/>
              <a:gd name="connsiteX255" fmla="*/ 1666526 w 5957423"/>
              <a:gd name="connsiteY255" fmla="*/ 2034172 h 6858000"/>
              <a:gd name="connsiteX256" fmla="*/ 1857392 w 5957423"/>
              <a:gd name="connsiteY256" fmla="*/ 1885922 h 6858000"/>
              <a:gd name="connsiteX257" fmla="*/ 1857392 w 5957423"/>
              <a:gd name="connsiteY257" fmla="*/ 2060194 h 6858000"/>
              <a:gd name="connsiteX258" fmla="*/ 1870800 w 5957423"/>
              <a:gd name="connsiteY258" fmla="*/ 2058617 h 6858000"/>
              <a:gd name="connsiteX259" fmla="*/ 1870800 w 5957423"/>
              <a:gd name="connsiteY259" fmla="*/ 1881190 h 6858000"/>
              <a:gd name="connsiteX260" fmla="*/ 1886574 w 5957423"/>
              <a:gd name="connsiteY260" fmla="*/ 1868573 h 6858000"/>
              <a:gd name="connsiteX261" fmla="*/ 1886574 w 5957423"/>
              <a:gd name="connsiteY261" fmla="*/ 1852014 h 6858000"/>
              <a:gd name="connsiteX262" fmla="*/ 1869222 w 5957423"/>
              <a:gd name="connsiteY262" fmla="*/ 1865419 h 6858000"/>
              <a:gd name="connsiteX263" fmla="*/ 1869222 w 5957423"/>
              <a:gd name="connsiteY263" fmla="*/ 1519240 h 6858000"/>
              <a:gd name="connsiteX264" fmla="*/ 1886574 w 5957423"/>
              <a:gd name="connsiteY264" fmla="*/ 1505835 h 6858000"/>
              <a:gd name="connsiteX265" fmla="*/ 1886574 w 5957423"/>
              <a:gd name="connsiteY265" fmla="*/ 1489275 h 6858000"/>
              <a:gd name="connsiteX266" fmla="*/ 1862124 w 5957423"/>
              <a:gd name="connsiteY266" fmla="*/ 1508201 h 6858000"/>
              <a:gd name="connsiteX267" fmla="*/ 1496955 w 5957423"/>
              <a:gd name="connsiteY267" fmla="*/ 1230627 h 6858000"/>
              <a:gd name="connsiteX268" fmla="*/ 1861335 w 5957423"/>
              <a:gd name="connsiteY268" fmla="*/ 947533 h 6858000"/>
              <a:gd name="connsiteX269" fmla="*/ 2226503 w 5957423"/>
              <a:gd name="connsiteY269" fmla="*/ 1225107 h 6858000"/>
              <a:gd name="connsiteX270" fmla="*/ 1887362 w 5957423"/>
              <a:gd name="connsiteY270" fmla="*/ 1488487 h 6858000"/>
              <a:gd name="connsiteX271" fmla="*/ 1887362 w 5957423"/>
              <a:gd name="connsiteY271" fmla="*/ 1505046 h 6858000"/>
              <a:gd name="connsiteX272" fmla="*/ 2231236 w 5957423"/>
              <a:gd name="connsiteY272" fmla="*/ 1238512 h 6858000"/>
              <a:gd name="connsiteX273" fmla="*/ 2231236 w 5957423"/>
              <a:gd name="connsiteY273" fmla="*/ 1585480 h 6858000"/>
              <a:gd name="connsiteX274" fmla="*/ 1887362 w 5957423"/>
              <a:gd name="connsiteY274" fmla="*/ 1851225 h 6858000"/>
              <a:gd name="connsiteX275" fmla="*/ 1887362 w 5957423"/>
              <a:gd name="connsiteY275" fmla="*/ 1867785 h 6858000"/>
              <a:gd name="connsiteX276" fmla="*/ 2243855 w 5957423"/>
              <a:gd name="connsiteY276" fmla="*/ 1591788 h 6858000"/>
              <a:gd name="connsiteX277" fmla="*/ 2243855 w 5957423"/>
              <a:gd name="connsiteY277" fmla="*/ 1221952 h 6858000"/>
              <a:gd name="connsiteX278" fmla="*/ 1870800 w 5957423"/>
              <a:gd name="connsiteY278" fmla="*/ 938859 h 6858000"/>
              <a:gd name="connsiteX279" fmla="*/ 1870800 w 5957423"/>
              <a:gd name="connsiteY279" fmla="*/ 590314 h 6858000"/>
              <a:gd name="connsiteX280" fmla="*/ 1857392 w 5957423"/>
              <a:gd name="connsiteY280" fmla="*/ 600566 h 6858000"/>
              <a:gd name="connsiteX281" fmla="*/ 1857392 w 5957423"/>
              <a:gd name="connsiteY281" fmla="*/ 933339 h 6858000"/>
              <a:gd name="connsiteX282" fmla="*/ 1496167 w 5957423"/>
              <a:gd name="connsiteY282" fmla="*/ 1214067 h 6858000"/>
              <a:gd name="connsiteX283" fmla="*/ 1496167 w 5957423"/>
              <a:gd name="connsiteY283" fmla="*/ 867888 h 6858000"/>
              <a:gd name="connsiteX284" fmla="*/ 1857392 w 5957423"/>
              <a:gd name="connsiteY284" fmla="*/ 587160 h 6858000"/>
              <a:gd name="connsiteX285" fmla="*/ 1857392 w 5957423"/>
              <a:gd name="connsiteY285" fmla="*/ 599777 h 6858000"/>
              <a:gd name="connsiteX286" fmla="*/ 1870800 w 5957423"/>
              <a:gd name="connsiteY286" fmla="*/ 589526 h 6858000"/>
              <a:gd name="connsiteX287" fmla="*/ 1870800 w 5957423"/>
              <a:gd name="connsiteY287" fmla="*/ 570600 h 6858000"/>
              <a:gd name="connsiteX288" fmla="*/ 1509574 w 5957423"/>
              <a:gd name="connsiteY288" fmla="*/ 295392 h 6858000"/>
              <a:gd name="connsiteX289" fmla="*/ 1498533 w 5957423"/>
              <a:gd name="connsiteY289" fmla="*/ 304066 h 6858000"/>
              <a:gd name="connsiteX290" fmla="*/ 1508786 w 5957423"/>
              <a:gd name="connsiteY290" fmla="*/ 295392 h 6858000"/>
              <a:gd name="connsiteX291" fmla="*/ 1493012 w 5957423"/>
              <a:gd name="connsiteY291" fmla="*/ 283564 h 6858000"/>
              <a:gd name="connsiteX292" fmla="*/ 1493012 w 5957423"/>
              <a:gd name="connsiteY292" fmla="*/ 1953 h 6858000"/>
              <a:gd name="connsiteX293" fmla="*/ 1398859 w 5957423"/>
              <a:gd name="connsiteY293" fmla="*/ 0 h 6858000"/>
              <a:gd name="connsiteX294" fmla="*/ 1480393 w 5957423"/>
              <a:gd name="connsiteY294" fmla="*/ 0 h 6858000"/>
              <a:gd name="connsiteX295" fmla="*/ 1480393 w 5957423"/>
              <a:gd name="connsiteY295" fmla="*/ 84404 h 6858000"/>
              <a:gd name="connsiteX296" fmla="*/ 1480393 w 5957423"/>
              <a:gd name="connsiteY296" fmla="*/ 283564 h 6858000"/>
              <a:gd name="connsiteX297" fmla="*/ 1118379 w 5957423"/>
              <a:gd name="connsiteY297" fmla="*/ 564292 h 6858000"/>
              <a:gd name="connsiteX298" fmla="*/ 1118379 w 5957423"/>
              <a:gd name="connsiteY298" fmla="*/ 218113 h 6858000"/>
              <a:gd name="connsiteX299" fmla="*/ 1379242 w 5957423"/>
              <a:gd name="connsiteY299" fmla="*/ 15255 h 6858000"/>
              <a:gd name="connsiteX300" fmla="*/ 840168 w 5957423"/>
              <a:gd name="connsiteY300" fmla="*/ 0 h 6858000"/>
              <a:gd name="connsiteX301" fmla="*/ 1377550 w 5957423"/>
              <a:gd name="connsiteY301" fmla="*/ 0 h 6858000"/>
              <a:gd name="connsiteX302" fmla="*/ 1301753 w 5957423"/>
              <a:gd name="connsiteY302" fmla="*/ 58896 h 6858000"/>
              <a:gd name="connsiteX303" fmla="*/ 1112069 w 5957423"/>
              <a:gd name="connsiteY303" fmla="*/ 206284 h 6858000"/>
              <a:gd name="connsiteX304" fmla="*/ 857417 w 5957423"/>
              <a:gd name="connsiteY304" fmla="*/ 13087 h 6858000"/>
              <a:gd name="connsiteX0" fmla="*/ 738225 w 42118086"/>
              <a:gd name="connsiteY0" fmla="*/ 6911396 h 6975464"/>
              <a:gd name="connsiteX1" fmla="*/ 814828 w 42118086"/>
              <a:gd name="connsiteY1" fmla="*/ 6969750 h 6975464"/>
              <a:gd name="connsiteX2" fmla="*/ 822329 w 42118086"/>
              <a:gd name="connsiteY2" fmla="*/ 6975464 h 6975464"/>
              <a:gd name="connsiteX3" fmla="*/ 655724 w 42118086"/>
              <a:gd name="connsiteY3" fmla="*/ 6975464 h 6975464"/>
              <a:gd name="connsiteX4" fmla="*/ 656989 w 42118086"/>
              <a:gd name="connsiteY4" fmla="*/ 6974481 h 6975464"/>
              <a:gd name="connsiteX5" fmla="*/ 738225 w 42118086"/>
              <a:gd name="connsiteY5" fmla="*/ 6911396 h 6975464"/>
              <a:gd name="connsiteX6" fmla="*/ 733493 w 42118086"/>
              <a:gd name="connsiteY6" fmla="*/ 6551812 h 6975464"/>
              <a:gd name="connsiteX7" fmla="*/ 733493 w 42118086"/>
              <a:gd name="connsiteY7" fmla="*/ 6897991 h 6975464"/>
              <a:gd name="connsiteX8" fmla="*/ 639637 w 42118086"/>
              <a:gd name="connsiteY8" fmla="*/ 6970539 h 6975464"/>
              <a:gd name="connsiteX9" fmla="*/ 656989 w 42118086"/>
              <a:gd name="connsiteY9" fmla="*/ 6974481 h 6975464"/>
              <a:gd name="connsiteX10" fmla="*/ 638848 w 42118086"/>
              <a:gd name="connsiteY10" fmla="*/ 6971327 h 6975464"/>
              <a:gd name="connsiteX11" fmla="*/ 633515 w 42118086"/>
              <a:gd name="connsiteY11" fmla="*/ 6975464 h 6975464"/>
              <a:gd name="connsiteX12" fmla="*/ 371479 w 42118086"/>
              <a:gd name="connsiteY12" fmla="*/ 6975464 h 6975464"/>
              <a:gd name="connsiteX13" fmla="*/ 371479 w 42118086"/>
              <a:gd name="connsiteY13" fmla="*/ 6917056 h 6975464"/>
              <a:gd name="connsiteX14" fmla="*/ 371479 w 42118086"/>
              <a:gd name="connsiteY14" fmla="*/ 6832540 h 6975464"/>
              <a:gd name="connsiteX15" fmla="*/ 733493 w 42118086"/>
              <a:gd name="connsiteY15" fmla="*/ 6551812 h 6975464"/>
              <a:gd name="connsiteX16" fmla="*/ 1106548 w 42118086"/>
              <a:gd name="connsiteY16" fmla="*/ 5904403 h 6975464"/>
              <a:gd name="connsiteX17" fmla="*/ 1106548 w 42118086"/>
              <a:gd name="connsiteY17" fmla="*/ 6251370 h 6975464"/>
              <a:gd name="connsiteX18" fmla="*/ 1012693 w 42118086"/>
              <a:gd name="connsiteY18" fmla="*/ 6323918 h 6975464"/>
              <a:gd name="connsiteX19" fmla="*/ 744534 w 42118086"/>
              <a:gd name="connsiteY19" fmla="*/ 6531309 h 6975464"/>
              <a:gd name="connsiteX20" fmla="*/ 744534 w 42118086"/>
              <a:gd name="connsiteY20" fmla="*/ 6185131 h 6975464"/>
              <a:gd name="connsiteX21" fmla="*/ 873093 w 42118086"/>
              <a:gd name="connsiteY21" fmla="*/ 6085772 h 6975464"/>
              <a:gd name="connsiteX22" fmla="*/ 1106548 w 42118086"/>
              <a:gd name="connsiteY22" fmla="*/ 5904403 h 6975464"/>
              <a:gd name="connsiteX23" fmla="*/ 1739875 w 42118086"/>
              <a:gd name="connsiteY23" fmla="*/ 5788484 h 6975464"/>
              <a:gd name="connsiteX24" fmla="*/ 1726467 w 42118086"/>
              <a:gd name="connsiteY24" fmla="*/ 5794792 h 6975464"/>
              <a:gd name="connsiteX25" fmla="*/ 1739875 w 42118086"/>
              <a:gd name="connsiteY25" fmla="*/ 5788484 h 6975464"/>
              <a:gd name="connsiteX26" fmla="*/ 1488280 w 42118086"/>
              <a:gd name="connsiteY26" fmla="*/ 5613423 h 6975464"/>
              <a:gd name="connsiteX27" fmla="*/ 1726467 w 42118086"/>
              <a:gd name="connsiteY27" fmla="*/ 5794792 h 6975464"/>
              <a:gd name="connsiteX28" fmla="*/ 1853448 w 42118086"/>
              <a:gd name="connsiteY28" fmla="*/ 5890997 h 6975464"/>
              <a:gd name="connsiteX29" fmla="*/ 1489068 w 42118086"/>
              <a:gd name="connsiteY29" fmla="*/ 6174091 h 6975464"/>
              <a:gd name="connsiteX30" fmla="*/ 1123900 w 42118086"/>
              <a:gd name="connsiteY30" fmla="*/ 5896517 h 6975464"/>
              <a:gd name="connsiteX31" fmla="*/ 1488280 w 42118086"/>
              <a:gd name="connsiteY31" fmla="*/ 5613423 h 6975464"/>
              <a:gd name="connsiteX32" fmla="*/ 359648 w 42118086"/>
              <a:gd name="connsiteY32" fmla="*/ 4965225 h 6975464"/>
              <a:gd name="connsiteX33" fmla="*/ 724817 w 42118086"/>
              <a:gd name="connsiteY33" fmla="*/ 5242799 h 6975464"/>
              <a:gd name="connsiteX34" fmla="*/ 487418 w 42118086"/>
              <a:gd name="connsiteY34" fmla="*/ 5426534 h 6975464"/>
              <a:gd name="connsiteX35" fmla="*/ 493727 w 42118086"/>
              <a:gd name="connsiteY35" fmla="*/ 5437574 h 6975464"/>
              <a:gd name="connsiteX36" fmla="*/ 733493 w 42118086"/>
              <a:gd name="connsiteY36" fmla="*/ 5252262 h 6975464"/>
              <a:gd name="connsiteX37" fmla="*/ 733493 w 42118086"/>
              <a:gd name="connsiteY37" fmla="*/ 5598440 h 6975464"/>
              <a:gd name="connsiteX38" fmla="*/ 633328 w 42118086"/>
              <a:gd name="connsiteY38" fmla="*/ 5675720 h 6975464"/>
              <a:gd name="connsiteX39" fmla="*/ 641215 w 42118086"/>
              <a:gd name="connsiteY39" fmla="*/ 5688337 h 6975464"/>
              <a:gd name="connsiteX40" fmla="*/ 737436 w 42118086"/>
              <a:gd name="connsiteY40" fmla="*/ 5613423 h 6975464"/>
              <a:gd name="connsiteX41" fmla="*/ 1102605 w 42118086"/>
              <a:gd name="connsiteY41" fmla="*/ 5890997 h 6975464"/>
              <a:gd name="connsiteX42" fmla="*/ 866783 w 42118086"/>
              <a:gd name="connsiteY42" fmla="*/ 6073943 h 6975464"/>
              <a:gd name="connsiteX43" fmla="*/ 873093 w 42118086"/>
              <a:gd name="connsiteY43" fmla="*/ 6085772 h 6975464"/>
              <a:gd name="connsiteX44" fmla="*/ 865994 w 42118086"/>
              <a:gd name="connsiteY44" fmla="*/ 6074732 h 6975464"/>
              <a:gd name="connsiteX45" fmla="*/ 738225 w 42118086"/>
              <a:gd name="connsiteY45" fmla="*/ 6174091 h 6975464"/>
              <a:gd name="connsiteX46" fmla="*/ 373056 w 42118086"/>
              <a:gd name="connsiteY46" fmla="*/ 5896517 h 6975464"/>
              <a:gd name="connsiteX47" fmla="*/ 640426 w 42118086"/>
              <a:gd name="connsiteY47" fmla="*/ 5689125 h 6975464"/>
              <a:gd name="connsiteX48" fmla="*/ 633328 w 42118086"/>
              <a:gd name="connsiteY48" fmla="*/ 5676508 h 6975464"/>
              <a:gd name="connsiteX49" fmla="*/ 371479 w 42118086"/>
              <a:gd name="connsiteY49" fmla="*/ 5879169 h 6975464"/>
              <a:gd name="connsiteX50" fmla="*/ 371479 w 42118086"/>
              <a:gd name="connsiteY50" fmla="*/ 5532990 h 6975464"/>
              <a:gd name="connsiteX51" fmla="*/ 493727 w 42118086"/>
              <a:gd name="connsiteY51" fmla="*/ 5438362 h 6975464"/>
              <a:gd name="connsiteX52" fmla="*/ 486629 w 42118086"/>
              <a:gd name="connsiteY52" fmla="*/ 5426534 h 6975464"/>
              <a:gd name="connsiteX53" fmla="*/ 365169 w 42118086"/>
              <a:gd name="connsiteY53" fmla="*/ 5521161 h 6975464"/>
              <a:gd name="connsiteX54" fmla="*/ 0 w 42118086"/>
              <a:gd name="connsiteY54" fmla="*/ 5243588 h 6975464"/>
              <a:gd name="connsiteX55" fmla="*/ 359648 w 42118086"/>
              <a:gd name="connsiteY55" fmla="*/ 4965225 h 6975464"/>
              <a:gd name="connsiteX56" fmla="*/ 1106548 w 42118086"/>
              <a:gd name="connsiteY56" fmla="*/ 4604852 h 6975464"/>
              <a:gd name="connsiteX57" fmla="*/ 1106548 w 42118086"/>
              <a:gd name="connsiteY57" fmla="*/ 4951031 h 6975464"/>
              <a:gd name="connsiteX58" fmla="*/ 1018214 w 42118086"/>
              <a:gd name="connsiteY58" fmla="*/ 5019636 h 6975464"/>
              <a:gd name="connsiteX59" fmla="*/ 1025312 w 42118086"/>
              <a:gd name="connsiteY59" fmla="*/ 5030676 h 6975464"/>
              <a:gd name="connsiteX60" fmla="*/ 1017425 w 42118086"/>
              <a:gd name="connsiteY60" fmla="*/ 5020424 h 6975464"/>
              <a:gd name="connsiteX61" fmla="*/ 744534 w 42118086"/>
              <a:gd name="connsiteY61" fmla="*/ 5231759 h 6975464"/>
              <a:gd name="connsiteX62" fmla="*/ 744534 w 42118086"/>
              <a:gd name="connsiteY62" fmla="*/ 4885580 h 6975464"/>
              <a:gd name="connsiteX63" fmla="*/ 856530 w 42118086"/>
              <a:gd name="connsiteY63" fmla="*/ 4798050 h 6975464"/>
              <a:gd name="connsiteX64" fmla="*/ 849432 w 42118086"/>
              <a:gd name="connsiteY64" fmla="*/ 4787799 h 6975464"/>
              <a:gd name="connsiteX65" fmla="*/ 857319 w 42118086"/>
              <a:gd name="connsiteY65" fmla="*/ 4798050 h 6975464"/>
              <a:gd name="connsiteX66" fmla="*/ 1106548 w 42118086"/>
              <a:gd name="connsiteY66" fmla="*/ 4604852 h 6975464"/>
              <a:gd name="connsiteX67" fmla="*/ 737436 w 42118086"/>
              <a:gd name="connsiteY67" fmla="*/ 4313873 h 6975464"/>
              <a:gd name="connsiteX68" fmla="*/ 1102605 w 42118086"/>
              <a:gd name="connsiteY68" fmla="*/ 4591447 h 6975464"/>
              <a:gd name="connsiteX69" fmla="*/ 849432 w 42118086"/>
              <a:gd name="connsiteY69" fmla="*/ 4787799 h 6975464"/>
              <a:gd name="connsiteX70" fmla="*/ 738225 w 42118086"/>
              <a:gd name="connsiteY70" fmla="*/ 4873752 h 6975464"/>
              <a:gd name="connsiteX71" fmla="*/ 373056 w 42118086"/>
              <a:gd name="connsiteY71" fmla="*/ 4596178 h 6975464"/>
              <a:gd name="connsiteX72" fmla="*/ 737436 w 42118086"/>
              <a:gd name="connsiteY72" fmla="*/ 4313873 h 6975464"/>
              <a:gd name="connsiteX73" fmla="*/ 1115224 w 42118086"/>
              <a:gd name="connsiteY73" fmla="*/ 3661732 h 6975464"/>
              <a:gd name="connsiteX74" fmla="*/ 1125477 w 42118086"/>
              <a:gd name="connsiteY74" fmla="*/ 3669618 h 6975464"/>
              <a:gd name="connsiteX75" fmla="*/ 1480393 w 42118086"/>
              <a:gd name="connsiteY75" fmla="*/ 3939306 h 6975464"/>
              <a:gd name="connsiteX76" fmla="*/ 1116013 w 42118086"/>
              <a:gd name="connsiteY76" fmla="*/ 4222399 h 6975464"/>
              <a:gd name="connsiteX77" fmla="*/ 750844 w 42118086"/>
              <a:gd name="connsiteY77" fmla="*/ 3944037 h 6975464"/>
              <a:gd name="connsiteX78" fmla="*/ 1115224 w 42118086"/>
              <a:gd name="connsiteY78" fmla="*/ 3661732 h 6975464"/>
              <a:gd name="connsiteX79" fmla="*/ 1480393 w 42118086"/>
              <a:gd name="connsiteY79" fmla="*/ 2656315 h 6975464"/>
              <a:gd name="connsiteX80" fmla="*/ 1480393 w 42118086"/>
              <a:gd name="connsiteY80" fmla="*/ 3002494 h 6975464"/>
              <a:gd name="connsiteX81" fmla="*/ 1386537 w 42118086"/>
              <a:gd name="connsiteY81" fmla="*/ 3075042 h 6975464"/>
              <a:gd name="connsiteX82" fmla="*/ 1392847 w 42118086"/>
              <a:gd name="connsiteY82" fmla="*/ 3086870 h 6975464"/>
              <a:gd name="connsiteX83" fmla="*/ 1385748 w 42118086"/>
              <a:gd name="connsiteY83" fmla="*/ 3075830 h 6975464"/>
              <a:gd name="connsiteX84" fmla="*/ 1118379 w 42118086"/>
              <a:gd name="connsiteY84" fmla="*/ 3283222 h 6975464"/>
              <a:gd name="connsiteX85" fmla="*/ 1118379 w 42118086"/>
              <a:gd name="connsiteY85" fmla="*/ 2937043 h 6975464"/>
              <a:gd name="connsiteX86" fmla="*/ 1246148 w 42118086"/>
              <a:gd name="connsiteY86" fmla="*/ 2837685 h 6975464"/>
              <a:gd name="connsiteX87" fmla="*/ 1239839 w 42118086"/>
              <a:gd name="connsiteY87" fmla="*/ 2825856 h 6975464"/>
              <a:gd name="connsiteX88" fmla="*/ 1246937 w 42118086"/>
              <a:gd name="connsiteY88" fmla="*/ 2836896 h 6975464"/>
              <a:gd name="connsiteX89" fmla="*/ 1480393 w 42118086"/>
              <a:gd name="connsiteY89" fmla="*/ 2656315 h 6975464"/>
              <a:gd name="connsiteX90" fmla="*/ 732704 w 42118086"/>
              <a:gd name="connsiteY90" fmla="*/ 1716349 h 6975464"/>
              <a:gd name="connsiteX91" fmla="*/ 1097873 w 42118086"/>
              <a:gd name="connsiteY91" fmla="*/ 1993923 h 6975464"/>
              <a:gd name="connsiteX92" fmla="*/ 860473 w 42118086"/>
              <a:gd name="connsiteY92" fmla="*/ 2177658 h 6975464"/>
              <a:gd name="connsiteX93" fmla="*/ 867572 w 42118086"/>
              <a:gd name="connsiteY93" fmla="*/ 2189486 h 6975464"/>
              <a:gd name="connsiteX94" fmla="*/ 1106548 w 42118086"/>
              <a:gd name="connsiteY94" fmla="*/ 2003386 h 6975464"/>
              <a:gd name="connsiteX95" fmla="*/ 1106548 w 42118086"/>
              <a:gd name="connsiteY95" fmla="*/ 2350353 h 6975464"/>
              <a:gd name="connsiteX96" fmla="*/ 1007172 w 42118086"/>
              <a:gd name="connsiteY96" fmla="*/ 2427632 h 6975464"/>
              <a:gd name="connsiteX97" fmla="*/ 1014270 w 42118086"/>
              <a:gd name="connsiteY97" fmla="*/ 2440249 h 6975464"/>
              <a:gd name="connsiteX98" fmla="*/ 1110492 w 42118086"/>
              <a:gd name="connsiteY98" fmla="*/ 2365336 h 6975464"/>
              <a:gd name="connsiteX99" fmla="*/ 1475660 w 42118086"/>
              <a:gd name="connsiteY99" fmla="*/ 2642910 h 6975464"/>
              <a:gd name="connsiteX100" fmla="*/ 1239839 w 42118086"/>
              <a:gd name="connsiteY100" fmla="*/ 2825856 h 6975464"/>
              <a:gd name="connsiteX101" fmla="*/ 1112069 w 42118086"/>
              <a:gd name="connsiteY101" fmla="*/ 2925215 h 6975464"/>
              <a:gd name="connsiteX102" fmla="*/ 746900 w 42118086"/>
              <a:gd name="connsiteY102" fmla="*/ 2647641 h 6975464"/>
              <a:gd name="connsiteX103" fmla="*/ 1013481 w 42118086"/>
              <a:gd name="connsiteY103" fmla="*/ 2440249 h 6975464"/>
              <a:gd name="connsiteX104" fmla="*/ 1006383 w 42118086"/>
              <a:gd name="connsiteY104" fmla="*/ 2427632 h 6975464"/>
              <a:gd name="connsiteX105" fmla="*/ 744534 w 42118086"/>
              <a:gd name="connsiteY105" fmla="*/ 2631081 h 6975464"/>
              <a:gd name="connsiteX106" fmla="*/ 744534 w 42118086"/>
              <a:gd name="connsiteY106" fmla="*/ 2284114 h 6975464"/>
              <a:gd name="connsiteX107" fmla="*/ 866783 w 42118086"/>
              <a:gd name="connsiteY107" fmla="*/ 2189486 h 6975464"/>
              <a:gd name="connsiteX108" fmla="*/ 860473 w 42118086"/>
              <a:gd name="connsiteY108" fmla="*/ 2178447 h 6975464"/>
              <a:gd name="connsiteX109" fmla="*/ 738225 w 42118086"/>
              <a:gd name="connsiteY109" fmla="*/ 2273074 h 6975464"/>
              <a:gd name="connsiteX110" fmla="*/ 373056 w 42118086"/>
              <a:gd name="connsiteY110" fmla="*/ 1995500 h 6975464"/>
              <a:gd name="connsiteX111" fmla="*/ 732704 w 42118086"/>
              <a:gd name="connsiteY111" fmla="*/ 1716349 h 6975464"/>
              <a:gd name="connsiteX112" fmla="*/ 1480393 w 42118086"/>
              <a:gd name="connsiteY112" fmla="*/ 1355976 h 6975464"/>
              <a:gd name="connsiteX113" fmla="*/ 1480393 w 42118086"/>
              <a:gd name="connsiteY113" fmla="*/ 1702944 h 6975464"/>
              <a:gd name="connsiteX114" fmla="*/ 1391269 w 42118086"/>
              <a:gd name="connsiteY114" fmla="*/ 1771549 h 6975464"/>
              <a:gd name="connsiteX115" fmla="*/ 1399156 w 42118086"/>
              <a:gd name="connsiteY115" fmla="*/ 1781800 h 6975464"/>
              <a:gd name="connsiteX116" fmla="*/ 1483547 w 42118086"/>
              <a:gd name="connsiteY116" fmla="*/ 1716349 h 6975464"/>
              <a:gd name="connsiteX117" fmla="*/ 1848716 w 42118086"/>
              <a:gd name="connsiteY117" fmla="*/ 1993923 h 6975464"/>
              <a:gd name="connsiteX118" fmla="*/ 1658639 w 42118086"/>
              <a:gd name="connsiteY118" fmla="*/ 2141384 h 6975464"/>
              <a:gd name="connsiteX119" fmla="*/ 1489068 w 42118086"/>
              <a:gd name="connsiteY119" fmla="*/ 2273074 h 6975464"/>
              <a:gd name="connsiteX120" fmla="*/ 1123900 w 42118086"/>
              <a:gd name="connsiteY120" fmla="*/ 1995500 h 6975464"/>
              <a:gd name="connsiteX121" fmla="*/ 1398368 w 42118086"/>
              <a:gd name="connsiteY121" fmla="*/ 1782588 h 6975464"/>
              <a:gd name="connsiteX122" fmla="*/ 1390481 w 42118086"/>
              <a:gd name="connsiteY122" fmla="*/ 1771549 h 6975464"/>
              <a:gd name="connsiteX123" fmla="*/ 1118379 w 42118086"/>
              <a:gd name="connsiteY123" fmla="*/ 1982883 h 6975464"/>
              <a:gd name="connsiteX124" fmla="*/ 1118379 w 42118086"/>
              <a:gd name="connsiteY124" fmla="*/ 1636704 h 6975464"/>
              <a:gd name="connsiteX125" fmla="*/ 1230374 w 42118086"/>
              <a:gd name="connsiteY125" fmla="*/ 1549963 h 6975464"/>
              <a:gd name="connsiteX126" fmla="*/ 1480393 w 42118086"/>
              <a:gd name="connsiteY126" fmla="*/ 1355976 h 6975464"/>
              <a:gd name="connsiteX127" fmla="*/ 1110492 w 42118086"/>
              <a:gd name="connsiteY127" fmla="*/ 1064997 h 6975464"/>
              <a:gd name="connsiteX128" fmla="*/ 1475660 w 42118086"/>
              <a:gd name="connsiteY128" fmla="*/ 1342571 h 6975464"/>
              <a:gd name="connsiteX129" fmla="*/ 1223276 w 42118086"/>
              <a:gd name="connsiteY129" fmla="*/ 1538923 h 6975464"/>
              <a:gd name="connsiteX130" fmla="*/ 1230374 w 42118086"/>
              <a:gd name="connsiteY130" fmla="*/ 1549963 h 6975464"/>
              <a:gd name="connsiteX131" fmla="*/ 1222487 w 42118086"/>
              <a:gd name="connsiteY131" fmla="*/ 1539711 h 6975464"/>
              <a:gd name="connsiteX132" fmla="*/ 1112069 w 42118086"/>
              <a:gd name="connsiteY132" fmla="*/ 1625665 h 6975464"/>
              <a:gd name="connsiteX133" fmla="*/ 746900 w 42118086"/>
              <a:gd name="connsiteY133" fmla="*/ 1348091 h 6975464"/>
              <a:gd name="connsiteX134" fmla="*/ 1110492 w 42118086"/>
              <a:gd name="connsiteY134" fmla="*/ 1064997 h 6975464"/>
              <a:gd name="connsiteX135" fmla="*/ 1488280 w 42118086"/>
              <a:gd name="connsiteY135" fmla="*/ 413645 h 6975464"/>
              <a:gd name="connsiteX136" fmla="*/ 1498533 w 42118086"/>
              <a:gd name="connsiteY136" fmla="*/ 421530 h 6975464"/>
              <a:gd name="connsiteX137" fmla="*/ 1853448 w 42118086"/>
              <a:gd name="connsiteY137" fmla="*/ 691218 h 6975464"/>
              <a:gd name="connsiteX138" fmla="*/ 1489068 w 42118086"/>
              <a:gd name="connsiteY138" fmla="*/ 973524 h 6975464"/>
              <a:gd name="connsiteX139" fmla="*/ 1123900 w 42118086"/>
              <a:gd name="connsiteY139" fmla="*/ 695950 h 6975464"/>
              <a:gd name="connsiteX140" fmla="*/ 1488280 w 42118086"/>
              <a:gd name="connsiteY140" fmla="*/ 413645 h 6975464"/>
              <a:gd name="connsiteX141" fmla="*/ 1493012 w 42118086"/>
              <a:gd name="connsiteY141" fmla="*/ 117464 h 6975464"/>
              <a:gd name="connsiteX142" fmla="*/ 42118086 w 42118086"/>
              <a:gd name="connsiteY142" fmla="*/ 0 h 6975464"/>
              <a:gd name="connsiteX143" fmla="*/ 5957423 w 42118086"/>
              <a:gd name="connsiteY143" fmla="*/ 6975464 h 6975464"/>
              <a:gd name="connsiteX144" fmla="*/ 843615 w 42118086"/>
              <a:gd name="connsiteY144" fmla="*/ 6975464 h 6975464"/>
              <a:gd name="connsiteX145" fmla="*/ 810785 w 42118086"/>
              <a:gd name="connsiteY145" fmla="*/ 6950504 h 6975464"/>
              <a:gd name="connsiteX146" fmla="*/ 746900 w 42118086"/>
              <a:gd name="connsiteY146" fmla="*/ 6901934 h 6975464"/>
              <a:gd name="connsiteX147" fmla="*/ 746900 w 42118086"/>
              <a:gd name="connsiteY147" fmla="*/ 6547081 h 6975464"/>
              <a:gd name="connsiteX148" fmla="*/ 1019002 w 42118086"/>
              <a:gd name="connsiteY148" fmla="*/ 6335746 h 6975464"/>
              <a:gd name="connsiteX149" fmla="*/ 1012693 w 42118086"/>
              <a:gd name="connsiteY149" fmla="*/ 6323918 h 6975464"/>
              <a:gd name="connsiteX150" fmla="*/ 1019791 w 42118086"/>
              <a:gd name="connsiteY150" fmla="*/ 6334957 h 6975464"/>
              <a:gd name="connsiteX151" fmla="*/ 1110492 w 42118086"/>
              <a:gd name="connsiteY151" fmla="*/ 6264775 h 6975464"/>
              <a:gd name="connsiteX152" fmla="*/ 1489068 w 42118086"/>
              <a:gd name="connsiteY152" fmla="*/ 6553389 h 6975464"/>
              <a:gd name="connsiteX153" fmla="*/ 1870800 w 42118086"/>
              <a:gd name="connsiteY153" fmla="*/ 6257678 h 6975464"/>
              <a:gd name="connsiteX154" fmla="*/ 1870800 w 42118086"/>
              <a:gd name="connsiteY154" fmla="*/ 6139394 h 6975464"/>
              <a:gd name="connsiteX155" fmla="*/ 1857392 w 42118086"/>
              <a:gd name="connsiteY155" fmla="*/ 6144914 h 6975464"/>
              <a:gd name="connsiteX156" fmla="*/ 1857392 w 42118086"/>
              <a:gd name="connsiteY156" fmla="*/ 6251370 h 6975464"/>
              <a:gd name="connsiteX157" fmla="*/ 1495378 w 42118086"/>
              <a:gd name="connsiteY157" fmla="*/ 6531309 h 6975464"/>
              <a:gd name="connsiteX158" fmla="*/ 1495378 w 42118086"/>
              <a:gd name="connsiteY158" fmla="*/ 6185131 h 6975464"/>
              <a:gd name="connsiteX159" fmla="*/ 1857392 w 42118086"/>
              <a:gd name="connsiteY159" fmla="*/ 5904403 h 6975464"/>
              <a:gd name="connsiteX160" fmla="*/ 1857392 w 42118086"/>
              <a:gd name="connsiteY160" fmla="*/ 6144125 h 6975464"/>
              <a:gd name="connsiteX161" fmla="*/ 1870800 w 42118086"/>
              <a:gd name="connsiteY161" fmla="*/ 6138605 h 6975464"/>
              <a:gd name="connsiteX162" fmla="*/ 1870800 w 42118086"/>
              <a:gd name="connsiteY162" fmla="*/ 5887843 h 6975464"/>
              <a:gd name="connsiteX163" fmla="*/ 1739875 w 42118086"/>
              <a:gd name="connsiteY163" fmla="*/ 5788484 h 6975464"/>
              <a:gd name="connsiteX164" fmla="*/ 1497744 w 42118086"/>
              <a:gd name="connsiteY164" fmla="*/ 5604749 h 6975464"/>
              <a:gd name="connsiteX165" fmla="*/ 1497744 w 42118086"/>
              <a:gd name="connsiteY165" fmla="*/ 5424957 h 6975464"/>
              <a:gd name="connsiteX166" fmla="*/ 1484336 w 42118086"/>
              <a:gd name="connsiteY166" fmla="*/ 5427322 h 6975464"/>
              <a:gd name="connsiteX167" fmla="*/ 1484336 w 42118086"/>
              <a:gd name="connsiteY167" fmla="*/ 5598440 h 6975464"/>
              <a:gd name="connsiteX168" fmla="*/ 1122322 w 42118086"/>
              <a:gd name="connsiteY168" fmla="*/ 5879169 h 6975464"/>
              <a:gd name="connsiteX169" fmla="*/ 1122322 w 42118086"/>
              <a:gd name="connsiteY169" fmla="*/ 5532990 h 6975464"/>
              <a:gd name="connsiteX170" fmla="*/ 1292682 w 42118086"/>
              <a:gd name="connsiteY170" fmla="*/ 5400511 h 6975464"/>
              <a:gd name="connsiteX171" fmla="*/ 1285583 w 42118086"/>
              <a:gd name="connsiteY171" fmla="*/ 5390260 h 6975464"/>
              <a:gd name="connsiteX172" fmla="*/ 1116013 w 42118086"/>
              <a:gd name="connsiteY172" fmla="*/ 5521161 h 6975464"/>
              <a:gd name="connsiteX173" fmla="*/ 750844 w 42118086"/>
              <a:gd name="connsiteY173" fmla="*/ 5243588 h 6975464"/>
              <a:gd name="connsiteX174" fmla="*/ 1025312 w 42118086"/>
              <a:gd name="connsiteY174" fmla="*/ 5030676 h 6975464"/>
              <a:gd name="connsiteX175" fmla="*/ 1110492 w 42118086"/>
              <a:gd name="connsiteY175" fmla="*/ 4965225 h 6975464"/>
              <a:gd name="connsiteX176" fmla="*/ 1475660 w 42118086"/>
              <a:gd name="connsiteY176" fmla="*/ 5242799 h 6975464"/>
              <a:gd name="connsiteX177" fmla="*/ 1285583 w 42118086"/>
              <a:gd name="connsiteY177" fmla="*/ 5389472 h 6975464"/>
              <a:gd name="connsiteX178" fmla="*/ 1293470 w 42118086"/>
              <a:gd name="connsiteY178" fmla="*/ 5400511 h 6975464"/>
              <a:gd name="connsiteX179" fmla="*/ 1484336 w 42118086"/>
              <a:gd name="connsiteY179" fmla="*/ 5252262 h 6975464"/>
              <a:gd name="connsiteX180" fmla="*/ 1484336 w 42118086"/>
              <a:gd name="connsiteY180" fmla="*/ 5426534 h 6975464"/>
              <a:gd name="connsiteX181" fmla="*/ 1497744 w 42118086"/>
              <a:gd name="connsiteY181" fmla="*/ 5424168 h 6975464"/>
              <a:gd name="connsiteX182" fmla="*/ 1497744 w 42118086"/>
              <a:gd name="connsiteY182" fmla="*/ 5246742 h 6975464"/>
              <a:gd name="connsiteX183" fmla="*/ 1513518 w 42118086"/>
              <a:gd name="connsiteY183" fmla="*/ 5234125 h 6975464"/>
              <a:gd name="connsiteX184" fmla="*/ 1513518 w 42118086"/>
              <a:gd name="connsiteY184" fmla="*/ 5217565 h 6975464"/>
              <a:gd name="connsiteX185" fmla="*/ 1495378 w 42118086"/>
              <a:gd name="connsiteY185" fmla="*/ 5231759 h 6975464"/>
              <a:gd name="connsiteX186" fmla="*/ 1495378 w 42118086"/>
              <a:gd name="connsiteY186" fmla="*/ 4885580 h 6975464"/>
              <a:gd name="connsiteX187" fmla="*/ 1513518 w 42118086"/>
              <a:gd name="connsiteY187" fmla="*/ 4871386 h 6975464"/>
              <a:gd name="connsiteX188" fmla="*/ 1513518 w 42118086"/>
              <a:gd name="connsiteY188" fmla="*/ 4854826 h 6975464"/>
              <a:gd name="connsiteX189" fmla="*/ 1489068 w 42118086"/>
              <a:gd name="connsiteY189" fmla="*/ 4873752 h 6975464"/>
              <a:gd name="connsiteX190" fmla="*/ 1123900 w 42118086"/>
              <a:gd name="connsiteY190" fmla="*/ 4596178 h 6975464"/>
              <a:gd name="connsiteX191" fmla="*/ 1488280 w 42118086"/>
              <a:gd name="connsiteY191" fmla="*/ 4313873 h 6975464"/>
              <a:gd name="connsiteX192" fmla="*/ 1853448 w 42118086"/>
              <a:gd name="connsiteY192" fmla="*/ 4591447 h 6975464"/>
              <a:gd name="connsiteX193" fmla="*/ 1514307 w 42118086"/>
              <a:gd name="connsiteY193" fmla="*/ 4854826 h 6975464"/>
              <a:gd name="connsiteX194" fmla="*/ 1514307 w 42118086"/>
              <a:gd name="connsiteY194" fmla="*/ 4870598 h 6975464"/>
              <a:gd name="connsiteX195" fmla="*/ 1857392 w 42118086"/>
              <a:gd name="connsiteY195" fmla="*/ 4604852 h 6975464"/>
              <a:gd name="connsiteX196" fmla="*/ 1857392 w 42118086"/>
              <a:gd name="connsiteY196" fmla="*/ 4951031 h 6975464"/>
              <a:gd name="connsiteX197" fmla="*/ 1514307 w 42118086"/>
              <a:gd name="connsiteY197" fmla="*/ 5217565 h 6975464"/>
              <a:gd name="connsiteX198" fmla="*/ 1514307 w 42118086"/>
              <a:gd name="connsiteY198" fmla="*/ 5234125 h 6975464"/>
              <a:gd name="connsiteX199" fmla="*/ 1870800 w 42118086"/>
              <a:gd name="connsiteY199" fmla="*/ 4957339 h 6975464"/>
              <a:gd name="connsiteX200" fmla="*/ 1870800 w 42118086"/>
              <a:gd name="connsiteY200" fmla="*/ 4588292 h 6975464"/>
              <a:gd name="connsiteX201" fmla="*/ 1497744 w 42118086"/>
              <a:gd name="connsiteY201" fmla="*/ 4304410 h 6975464"/>
              <a:gd name="connsiteX202" fmla="*/ 1497744 w 42118086"/>
              <a:gd name="connsiteY202" fmla="*/ 3956654 h 6975464"/>
              <a:gd name="connsiteX203" fmla="*/ 1484336 w 42118086"/>
              <a:gd name="connsiteY203" fmla="*/ 3966905 h 6975464"/>
              <a:gd name="connsiteX204" fmla="*/ 1484336 w 42118086"/>
              <a:gd name="connsiteY204" fmla="*/ 4299679 h 6975464"/>
              <a:gd name="connsiteX205" fmla="*/ 1122322 w 42118086"/>
              <a:gd name="connsiteY205" fmla="*/ 4579618 h 6975464"/>
              <a:gd name="connsiteX206" fmla="*/ 1122322 w 42118086"/>
              <a:gd name="connsiteY206" fmla="*/ 4233439 h 6975464"/>
              <a:gd name="connsiteX207" fmla="*/ 1484336 w 42118086"/>
              <a:gd name="connsiteY207" fmla="*/ 3952712 h 6975464"/>
              <a:gd name="connsiteX208" fmla="*/ 1484336 w 42118086"/>
              <a:gd name="connsiteY208" fmla="*/ 3966117 h 6975464"/>
              <a:gd name="connsiteX209" fmla="*/ 1497744 w 42118086"/>
              <a:gd name="connsiteY209" fmla="*/ 3955866 h 6975464"/>
              <a:gd name="connsiteX210" fmla="*/ 1497744 w 42118086"/>
              <a:gd name="connsiteY210" fmla="*/ 3936152 h 6975464"/>
              <a:gd name="connsiteX211" fmla="*/ 1136519 w 42118086"/>
              <a:gd name="connsiteY211" fmla="*/ 3661732 h 6975464"/>
              <a:gd name="connsiteX212" fmla="*/ 1125477 w 42118086"/>
              <a:gd name="connsiteY212" fmla="*/ 3669618 h 6975464"/>
              <a:gd name="connsiteX213" fmla="*/ 1135730 w 42118086"/>
              <a:gd name="connsiteY213" fmla="*/ 3660943 h 6975464"/>
              <a:gd name="connsiteX214" fmla="*/ 1119956 w 42118086"/>
              <a:gd name="connsiteY214" fmla="*/ 3649115 h 6975464"/>
              <a:gd name="connsiteX215" fmla="*/ 1119956 w 42118086"/>
              <a:gd name="connsiteY215" fmla="*/ 3637286 h 6975464"/>
              <a:gd name="connsiteX216" fmla="*/ 1106548 w 42118086"/>
              <a:gd name="connsiteY216" fmla="*/ 3637286 h 6975464"/>
              <a:gd name="connsiteX217" fmla="*/ 1106548 w 42118086"/>
              <a:gd name="connsiteY217" fmla="*/ 3649903 h 6975464"/>
              <a:gd name="connsiteX218" fmla="*/ 744534 w 42118086"/>
              <a:gd name="connsiteY218" fmla="*/ 3929843 h 6975464"/>
              <a:gd name="connsiteX219" fmla="*/ 744534 w 42118086"/>
              <a:gd name="connsiteY219" fmla="*/ 3612841 h 6975464"/>
              <a:gd name="connsiteX220" fmla="*/ 744534 w 42118086"/>
              <a:gd name="connsiteY220" fmla="*/ 3584453 h 6975464"/>
              <a:gd name="connsiteX221" fmla="*/ 1106548 w 42118086"/>
              <a:gd name="connsiteY221" fmla="*/ 3303725 h 6975464"/>
              <a:gd name="connsiteX222" fmla="*/ 1106548 w 42118086"/>
              <a:gd name="connsiteY222" fmla="*/ 3617573 h 6975464"/>
              <a:gd name="connsiteX223" fmla="*/ 1106548 w 42118086"/>
              <a:gd name="connsiteY223" fmla="*/ 3636498 h 6975464"/>
              <a:gd name="connsiteX224" fmla="*/ 1119956 w 42118086"/>
              <a:gd name="connsiteY224" fmla="*/ 3636498 h 6975464"/>
              <a:gd name="connsiteX225" fmla="*/ 1119956 w 42118086"/>
              <a:gd name="connsiteY225" fmla="*/ 3298205 h 6975464"/>
              <a:gd name="connsiteX226" fmla="*/ 1392847 w 42118086"/>
              <a:gd name="connsiteY226" fmla="*/ 3086870 h 6975464"/>
              <a:gd name="connsiteX227" fmla="*/ 1483547 w 42118086"/>
              <a:gd name="connsiteY227" fmla="*/ 3016688 h 6975464"/>
              <a:gd name="connsiteX228" fmla="*/ 1862913 w 42118086"/>
              <a:gd name="connsiteY228" fmla="*/ 3304513 h 6975464"/>
              <a:gd name="connsiteX229" fmla="*/ 2243855 w 42118086"/>
              <a:gd name="connsiteY229" fmla="*/ 3008803 h 6975464"/>
              <a:gd name="connsiteX230" fmla="*/ 2243855 w 42118086"/>
              <a:gd name="connsiteY230" fmla="*/ 2891307 h 6975464"/>
              <a:gd name="connsiteX231" fmla="*/ 2231236 w 42118086"/>
              <a:gd name="connsiteY231" fmla="*/ 2896827 h 6975464"/>
              <a:gd name="connsiteX232" fmla="*/ 2231236 w 42118086"/>
              <a:gd name="connsiteY232" fmla="*/ 3002494 h 6975464"/>
              <a:gd name="connsiteX233" fmla="*/ 1869222 w 42118086"/>
              <a:gd name="connsiteY233" fmla="*/ 3283222 h 6975464"/>
              <a:gd name="connsiteX234" fmla="*/ 1869222 w 42118086"/>
              <a:gd name="connsiteY234" fmla="*/ 2937043 h 6975464"/>
              <a:gd name="connsiteX235" fmla="*/ 2231236 w 42118086"/>
              <a:gd name="connsiteY235" fmla="*/ 2656315 h 6975464"/>
              <a:gd name="connsiteX236" fmla="*/ 2231236 w 42118086"/>
              <a:gd name="connsiteY236" fmla="*/ 2896038 h 6975464"/>
              <a:gd name="connsiteX237" fmla="*/ 2243855 w 42118086"/>
              <a:gd name="connsiteY237" fmla="*/ 2890518 h 6975464"/>
              <a:gd name="connsiteX238" fmla="*/ 2243855 w 42118086"/>
              <a:gd name="connsiteY238" fmla="*/ 2639755 h 6975464"/>
              <a:gd name="connsiteX239" fmla="*/ 2113720 w 42118086"/>
              <a:gd name="connsiteY239" fmla="*/ 2540397 h 6975464"/>
              <a:gd name="connsiteX240" fmla="*/ 2100312 w 42118086"/>
              <a:gd name="connsiteY240" fmla="*/ 2546705 h 6975464"/>
              <a:gd name="connsiteX241" fmla="*/ 2226503 w 42118086"/>
              <a:gd name="connsiteY241" fmla="*/ 2642910 h 6975464"/>
              <a:gd name="connsiteX242" fmla="*/ 1862124 w 42118086"/>
              <a:gd name="connsiteY242" fmla="*/ 2925215 h 6975464"/>
              <a:gd name="connsiteX243" fmla="*/ 1496955 w 42118086"/>
              <a:gd name="connsiteY243" fmla="*/ 2647641 h 6975464"/>
              <a:gd name="connsiteX244" fmla="*/ 1861335 w 42118086"/>
              <a:gd name="connsiteY244" fmla="*/ 2365336 h 6975464"/>
              <a:gd name="connsiteX245" fmla="*/ 2099523 w 42118086"/>
              <a:gd name="connsiteY245" fmla="*/ 2545916 h 6975464"/>
              <a:gd name="connsiteX246" fmla="*/ 2112931 w 42118086"/>
              <a:gd name="connsiteY246" fmla="*/ 2539608 h 6975464"/>
              <a:gd name="connsiteX247" fmla="*/ 1870800 w 42118086"/>
              <a:gd name="connsiteY247" fmla="*/ 2355873 h 6975464"/>
              <a:gd name="connsiteX248" fmla="*/ 1870800 w 42118086"/>
              <a:gd name="connsiteY248" fmla="*/ 2176869 h 6975464"/>
              <a:gd name="connsiteX249" fmla="*/ 1857392 w 42118086"/>
              <a:gd name="connsiteY249" fmla="*/ 2178447 h 6975464"/>
              <a:gd name="connsiteX250" fmla="*/ 1857392 w 42118086"/>
              <a:gd name="connsiteY250" fmla="*/ 2350353 h 6975464"/>
              <a:gd name="connsiteX251" fmla="*/ 1496167 w 42118086"/>
              <a:gd name="connsiteY251" fmla="*/ 2631081 h 6975464"/>
              <a:gd name="connsiteX252" fmla="*/ 1496167 w 42118086"/>
              <a:gd name="connsiteY252" fmla="*/ 2284114 h 6975464"/>
              <a:gd name="connsiteX253" fmla="*/ 1666526 w 42118086"/>
              <a:gd name="connsiteY253" fmla="*/ 2152424 h 6975464"/>
              <a:gd name="connsiteX254" fmla="*/ 1658639 w 42118086"/>
              <a:gd name="connsiteY254" fmla="*/ 2141384 h 6975464"/>
              <a:gd name="connsiteX255" fmla="*/ 1666526 w 42118086"/>
              <a:gd name="connsiteY255" fmla="*/ 2151636 h 6975464"/>
              <a:gd name="connsiteX256" fmla="*/ 1857392 w 42118086"/>
              <a:gd name="connsiteY256" fmla="*/ 2003386 h 6975464"/>
              <a:gd name="connsiteX257" fmla="*/ 1857392 w 42118086"/>
              <a:gd name="connsiteY257" fmla="*/ 2177658 h 6975464"/>
              <a:gd name="connsiteX258" fmla="*/ 1870800 w 42118086"/>
              <a:gd name="connsiteY258" fmla="*/ 2176081 h 6975464"/>
              <a:gd name="connsiteX259" fmla="*/ 1870800 w 42118086"/>
              <a:gd name="connsiteY259" fmla="*/ 1998654 h 6975464"/>
              <a:gd name="connsiteX260" fmla="*/ 1886574 w 42118086"/>
              <a:gd name="connsiteY260" fmla="*/ 1986037 h 6975464"/>
              <a:gd name="connsiteX261" fmla="*/ 1886574 w 42118086"/>
              <a:gd name="connsiteY261" fmla="*/ 1969478 h 6975464"/>
              <a:gd name="connsiteX262" fmla="*/ 1869222 w 42118086"/>
              <a:gd name="connsiteY262" fmla="*/ 1982883 h 6975464"/>
              <a:gd name="connsiteX263" fmla="*/ 1869222 w 42118086"/>
              <a:gd name="connsiteY263" fmla="*/ 1636704 h 6975464"/>
              <a:gd name="connsiteX264" fmla="*/ 1886574 w 42118086"/>
              <a:gd name="connsiteY264" fmla="*/ 1623299 h 6975464"/>
              <a:gd name="connsiteX265" fmla="*/ 1886574 w 42118086"/>
              <a:gd name="connsiteY265" fmla="*/ 1606739 h 6975464"/>
              <a:gd name="connsiteX266" fmla="*/ 1862124 w 42118086"/>
              <a:gd name="connsiteY266" fmla="*/ 1625665 h 6975464"/>
              <a:gd name="connsiteX267" fmla="*/ 1496955 w 42118086"/>
              <a:gd name="connsiteY267" fmla="*/ 1348091 h 6975464"/>
              <a:gd name="connsiteX268" fmla="*/ 1861335 w 42118086"/>
              <a:gd name="connsiteY268" fmla="*/ 1064997 h 6975464"/>
              <a:gd name="connsiteX269" fmla="*/ 2226503 w 42118086"/>
              <a:gd name="connsiteY269" fmla="*/ 1342571 h 6975464"/>
              <a:gd name="connsiteX270" fmla="*/ 1887362 w 42118086"/>
              <a:gd name="connsiteY270" fmla="*/ 1605951 h 6975464"/>
              <a:gd name="connsiteX271" fmla="*/ 1887362 w 42118086"/>
              <a:gd name="connsiteY271" fmla="*/ 1622510 h 6975464"/>
              <a:gd name="connsiteX272" fmla="*/ 2231236 w 42118086"/>
              <a:gd name="connsiteY272" fmla="*/ 1355976 h 6975464"/>
              <a:gd name="connsiteX273" fmla="*/ 2231236 w 42118086"/>
              <a:gd name="connsiteY273" fmla="*/ 1702944 h 6975464"/>
              <a:gd name="connsiteX274" fmla="*/ 1887362 w 42118086"/>
              <a:gd name="connsiteY274" fmla="*/ 1968689 h 6975464"/>
              <a:gd name="connsiteX275" fmla="*/ 1887362 w 42118086"/>
              <a:gd name="connsiteY275" fmla="*/ 1985249 h 6975464"/>
              <a:gd name="connsiteX276" fmla="*/ 2243855 w 42118086"/>
              <a:gd name="connsiteY276" fmla="*/ 1709252 h 6975464"/>
              <a:gd name="connsiteX277" fmla="*/ 2243855 w 42118086"/>
              <a:gd name="connsiteY277" fmla="*/ 1339416 h 6975464"/>
              <a:gd name="connsiteX278" fmla="*/ 1870800 w 42118086"/>
              <a:gd name="connsiteY278" fmla="*/ 1056323 h 6975464"/>
              <a:gd name="connsiteX279" fmla="*/ 1870800 w 42118086"/>
              <a:gd name="connsiteY279" fmla="*/ 707778 h 6975464"/>
              <a:gd name="connsiteX280" fmla="*/ 1857392 w 42118086"/>
              <a:gd name="connsiteY280" fmla="*/ 718030 h 6975464"/>
              <a:gd name="connsiteX281" fmla="*/ 1857392 w 42118086"/>
              <a:gd name="connsiteY281" fmla="*/ 1050803 h 6975464"/>
              <a:gd name="connsiteX282" fmla="*/ 1496167 w 42118086"/>
              <a:gd name="connsiteY282" fmla="*/ 1331531 h 6975464"/>
              <a:gd name="connsiteX283" fmla="*/ 1496167 w 42118086"/>
              <a:gd name="connsiteY283" fmla="*/ 985352 h 6975464"/>
              <a:gd name="connsiteX284" fmla="*/ 1857392 w 42118086"/>
              <a:gd name="connsiteY284" fmla="*/ 704624 h 6975464"/>
              <a:gd name="connsiteX285" fmla="*/ 1857392 w 42118086"/>
              <a:gd name="connsiteY285" fmla="*/ 717241 h 6975464"/>
              <a:gd name="connsiteX286" fmla="*/ 1870800 w 42118086"/>
              <a:gd name="connsiteY286" fmla="*/ 706990 h 6975464"/>
              <a:gd name="connsiteX287" fmla="*/ 1870800 w 42118086"/>
              <a:gd name="connsiteY287" fmla="*/ 688064 h 6975464"/>
              <a:gd name="connsiteX288" fmla="*/ 1509574 w 42118086"/>
              <a:gd name="connsiteY288" fmla="*/ 412856 h 6975464"/>
              <a:gd name="connsiteX289" fmla="*/ 1498533 w 42118086"/>
              <a:gd name="connsiteY289" fmla="*/ 421530 h 6975464"/>
              <a:gd name="connsiteX290" fmla="*/ 1508786 w 42118086"/>
              <a:gd name="connsiteY290" fmla="*/ 412856 h 6975464"/>
              <a:gd name="connsiteX291" fmla="*/ 1493012 w 42118086"/>
              <a:gd name="connsiteY291" fmla="*/ 401028 h 6975464"/>
              <a:gd name="connsiteX292" fmla="*/ 1493012 w 42118086"/>
              <a:gd name="connsiteY292" fmla="*/ 119417 h 6975464"/>
              <a:gd name="connsiteX293" fmla="*/ 1493012 w 42118086"/>
              <a:gd name="connsiteY293" fmla="*/ 117464 h 6975464"/>
              <a:gd name="connsiteX294" fmla="*/ 1398859 w 42118086"/>
              <a:gd name="connsiteY294" fmla="*/ 117464 h 6975464"/>
              <a:gd name="connsiteX295" fmla="*/ 1480393 w 42118086"/>
              <a:gd name="connsiteY295" fmla="*/ 117464 h 6975464"/>
              <a:gd name="connsiteX296" fmla="*/ 1480393 w 42118086"/>
              <a:gd name="connsiteY296" fmla="*/ 201868 h 6975464"/>
              <a:gd name="connsiteX297" fmla="*/ 1480393 w 42118086"/>
              <a:gd name="connsiteY297" fmla="*/ 401028 h 6975464"/>
              <a:gd name="connsiteX298" fmla="*/ 1118379 w 42118086"/>
              <a:gd name="connsiteY298" fmla="*/ 681756 h 6975464"/>
              <a:gd name="connsiteX299" fmla="*/ 1118379 w 42118086"/>
              <a:gd name="connsiteY299" fmla="*/ 335577 h 6975464"/>
              <a:gd name="connsiteX300" fmla="*/ 1379242 w 42118086"/>
              <a:gd name="connsiteY300" fmla="*/ 132719 h 6975464"/>
              <a:gd name="connsiteX301" fmla="*/ 1398859 w 42118086"/>
              <a:gd name="connsiteY301" fmla="*/ 117464 h 6975464"/>
              <a:gd name="connsiteX302" fmla="*/ 840168 w 42118086"/>
              <a:gd name="connsiteY302" fmla="*/ 117464 h 6975464"/>
              <a:gd name="connsiteX303" fmla="*/ 1377550 w 42118086"/>
              <a:gd name="connsiteY303" fmla="*/ 117464 h 6975464"/>
              <a:gd name="connsiteX304" fmla="*/ 1301753 w 42118086"/>
              <a:gd name="connsiteY304" fmla="*/ 176360 h 6975464"/>
              <a:gd name="connsiteX305" fmla="*/ 1112069 w 42118086"/>
              <a:gd name="connsiteY305" fmla="*/ 323748 h 6975464"/>
              <a:gd name="connsiteX306" fmla="*/ 857417 w 42118086"/>
              <a:gd name="connsiteY306" fmla="*/ 130551 h 6975464"/>
              <a:gd name="connsiteX307" fmla="*/ 840168 w 42118086"/>
              <a:gd name="connsiteY307" fmla="*/ 117464 h 6975464"/>
              <a:gd name="connsiteX0" fmla="*/ 738225 w 42198532"/>
              <a:gd name="connsiteY0" fmla="*/ 6911396 h 6975464"/>
              <a:gd name="connsiteX1" fmla="*/ 814828 w 42198532"/>
              <a:gd name="connsiteY1" fmla="*/ 6969750 h 6975464"/>
              <a:gd name="connsiteX2" fmla="*/ 822329 w 42198532"/>
              <a:gd name="connsiteY2" fmla="*/ 6975464 h 6975464"/>
              <a:gd name="connsiteX3" fmla="*/ 655724 w 42198532"/>
              <a:gd name="connsiteY3" fmla="*/ 6975464 h 6975464"/>
              <a:gd name="connsiteX4" fmla="*/ 656989 w 42198532"/>
              <a:gd name="connsiteY4" fmla="*/ 6974481 h 6975464"/>
              <a:gd name="connsiteX5" fmla="*/ 738225 w 42198532"/>
              <a:gd name="connsiteY5" fmla="*/ 6911396 h 6975464"/>
              <a:gd name="connsiteX6" fmla="*/ 733493 w 42198532"/>
              <a:gd name="connsiteY6" fmla="*/ 6551812 h 6975464"/>
              <a:gd name="connsiteX7" fmla="*/ 733493 w 42198532"/>
              <a:gd name="connsiteY7" fmla="*/ 6897991 h 6975464"/>
              <a:gd name="connsiteX8" fmla="*/ 639637 w 42198532"/>
              <a:gd name="connsiteY8" fmla="*/ 6970539 h 6975464"/>
              <a:gd name="connsiteX9" fmla="*/ 656989 w 42198532"/>
              <a:gd name="connsiteY9" fmla="*/ 6974481 h 6975464"/>
              <a:gd name="connsiteX10" fmla="*/ 638848 w 42198532"/>
              <a:gd name="connsiteY10" fmla="*/ 6971327 h 6975464"/>
              <a:gd name="connsiteX11" fmla="*/ 633515 w 42198532"/>
              <a:gd name="connsiteY11" fmla="*/ 6975464 h 6975464"/>
              <a:gd name="connsiteX12" fmla="*/ 371479 w 42198532"/>
              <a:gd name="connsiteY12" fmla="*/ 6975464 h 6975464"/>
              <a:gd name="connsiteX13" fmla="*/ 371479 w 42198532"/>
              <a:gd name="connsiteY13" fmla="*/ 6917056 h 6975464"/>
              <a:gd name="connsiteX14" fmla="*/ 371479 w 42198532"/>
              <a:gd name="connsiteY14" fmla="*/ 6832540 h 6975464"/>
              <a:gd name="connsiteX15" fmla="*/ 733493 w 42198532"/>
              <a:gd name="connsiteY15" fmla="*/ 6551812 h 6975464"/>
              <a:gd name="connsiteX16" fmla="*/ 1106548 w 42198532"/>
              <a:gd name="connsiteY16" fmla="*/ 5904403 h 6975464"/>
              <a:gd name="connsiteX17" fmla="*/ 1106548 w 42198532"/>
              <a:gd name="connsiteY17" fmla="*/ 6251370 h 6975464"/>
              <a:gd name="connsiteX18" fmla="*/ 1012693 w 42198532"/>
              <a:gd name="connsiteY18" fmla="*/ 6323918 h 6975464"/>
              <a:gd name="connsiteX19" fmla="*/ 744534 w 42198532"/>
              <a:gd name="connsiteY19" fmla="*/ 6531309 h 6975464"/>
              <a:gd name="connsiteX20" fmla="*/ 744534 w 42198532"/>
              <a:gd name="connsiteY20" fmla="*/ 6185131 h 6975464"/>
              <a:gd name="connsiteX21" fmla="*/ 873093 w 42198532"/>
              <a:gd name="connsiteY21" fmla="*/ 6085772 h 6975464"/>
              <a:gd name="connsiteX22" fmla="*/ 1106548 w 42198532"/>
              <a:gd name="connsiteY22" fmla="*/ 5904403 h 6975464"/>
              <a:gd name="connsiteX23" fmla="*/ 1739875 w 42198532"/>
              <a:gd name="connsiteY23" fmla="*/ 5788484 h 6975464"/>
              <a:gd name="connsiteX24" fmla="*/ 1726467 w 42198532"/>
              <a:gd name="connsiteY24" fmla="*/ 5794792 h 6975464"/>
              <a:gd name="connsiteX25" fmla="*/ 1739875 w 42198532"/>
              <a:gd name="connsiteY25" fmla="*/ 5788484 h 6975464"/>
              <a:gd name="connsiteX26" fmla="*/ 1488280 w 42198532"/>
              <a:gd name="connsiteY26" fmla="*/ 5613423 h 6975464"/>
              <a:gd name="connsiteX27" fmla="*/ 1726467 w 42198532"/>
              <a:gd name="connsiteY27" fmla="*/ 5794792 h 6975464"/>
              <a:gd name="connsiteX28" fmla="*/ 1853448 w 42198532"/>
              <a:gd name="connsiteY28" fmla="*/ 5890997 h 6975464"/>
              <a:gd name="connsiteX29" fmla="*/ 1489068 w 42198532"/>
              <a:gd name="connsiteY29" fmla="*/ 6174091 h 6975464"/>
              <a:gd name="connsiteX30" fmla="*/ 1123900 w 42198532"/>
              <a:gd name="connsiteY30" fmla="*/ 5896517 h 6975464"/>
              <a:gd name="connsiteX31" fmla="*/ 1488280 w 42198532"/>
              <a:gd name="connsiteY31" fmla="*/ 5613423 h 6975464"/>
              <a:gd name="connsiteX32" fmla="*/ 359648 w 42198532"/>
              <a:gd name="connsiteY32" fmla="*/ 4965225 h 6975464"/>
              <a:gd name="connsiteX33" fmla="*/ 724817 w 42198532"/>
              <a:gd name="connsiteY33" fmla="*/ 5242799 h 6975464"/>
              <a:gd name="connsiteX34" fmla="*/ 487418 w 42198532"/>
              <a:gd name="connsiteY34" fmla="*/ 5426534 h 6975464"/>
              <a:gd name="connsiteX35" fmla="*/ 493727 w 42198532"/>
              <a:gd name="connsiteY35" fmla="*/ 5437574 h 6975464"/>
              <a:gd name="connsiteX36" fmla="*/ 733493 w 42198532"/>
              <a:gd name="connsiteY36" fmla="*/ 5252262 h 6975464"/>
              <a:gd name="connsiteX37" fmla="*/ 733493 w 42198532"/>
              <a:gd name="connsiteY37" fmla="*/ 5598440 h 6975464"/>
              <a:gd name="connsiteX38" fmla="*/ 633328 w 42198532"/>
              <a:gd name="connsiteY38" fmla="*/ 5675720 h 6975464"/>
              <a:gd name="connsiteX39" fmla="*/ 641215 w 42198532"/>
              <a:gd name="connsiteY39" fmla="*/ 5688337 h 6975464"/>
              <a:gd name="connsiteX40" fmla="*/ 737436 w 42198532"/>
              <a:gd name="connsiteY40" fmla="*/ 5613423 h 6975464"/>
              <a:gd name="connsiteX41" fmla="*/ 1102605 w 42198532"/>
              <a:gd name="connsiteY41" fmla="*/ 5890997 h 6975464"/>
              <a:gd name="connsiteX42" fmla="*/ 866783 w 42198532"/>
              <a:gd name="connsiteY42" fmla="*/ 6073943 h 6975464"/>
              <a:gd name="connsiteX43" fmla="*/ 873093 w 42198532"/>
              <a:gd name="connsiteY43" fmla="*/ 6085772 h 6975464"/>
              <a:gd name="connsiteX44" fmla="*/ 865994 w 42198532"/>
              <a:gd name="connsiteY44" fmla="*/ 6074732 h 6975464"/>
              <a:gd name="connsiteX45" fmla="*/ 738225 w 42198532"/>
              <a:gd name="connsiteY45" fmla="*/ 6174091 h 6975464"/>
              <a:gd name="connsiteX46" fmla="*/ 373056 w 42198532"/>
              <a:gd name="connsiteY46" fmla="*/ 5896517 h 6975464"/>
              <a:gd name="connsiteX47" fmla="*/ 640426 w 42198532"/>
              <a:gd name="connsiteY47" fmla="*/ 5689125 h 6975464"/>
              <a:gd name="connsiteX48" fmla="*/ 633328 w 42198532"/>
              <a:gd name="connsiteY48" fmla="*/ 5676508 h 6975464"/>
              <a:gd name="connsiteX49" fmla="*/ 371479 w 42198532"/>
              <a:gd name="connsiteY49" fmla="*/ 5879169 h 6975464"/>
              <a:gd name="connsiteX50" fmla="*/ 371479 w 42198532"/>
              <a:gd name="connsiteY50" fmla="*/ 5532990 h 6975464"/>
              <a:gd name="connsiteX51" fmla="*/ 493727 w 42198532"/>
              <a:gd name="connsiteY51" fmla="*/ 5438362 h 6975464"/>
              <a:gd name="connsiteX52" fmla="*/ 486629 w 42198532"/>
              <a:gd name="connsiteY52" fmla="*/ 5426534 h 6975464"/>
              <a:gd name="connsiteX53" fmla="*/ 365169 w 42198532"/>
              <a:gd name="connsiteY53" fmla="*/ 5521161 h 6975464"/>
              <a:gd name="connsiteX54" fmla="*/ 0 w 42198532"/>
              <a:gd name="connsiteY54" fmla="*/ 5243588 h 6975464"/>
              <a:gd name="connsiteX55" fmla="*/ 359648 w 42198532"/>
              <a:gd name="connsiteY55" fmla="*/ 4965225 h 6975464"/>
              <a:gd name="connsiteX56" fmla="*/ 1106548 w 42198532"/>
              <a:gd name="connsiteY56" fmla="*/ 4604852 h 6975464"/>
              <a:gd name="connsiteX57" fmla="*/ 1106548 w 42198532"/>
              <a:gd name="connsiteY57" fmla="*/ 4951031 h 6975464"/>
              <a:gd name="connsiteX58" fmla="*/ 1018214 w 42198532"/>
              <a:gd name="connsiteY58" fmla="*/ 5019636 h 6975464"/>
              <a:gd name="connsiteX59" fmla="*/ 1025312 w 42198532"/>
              <a:gd name="connsiteY59" fmla="*/ 5030676 h 6975464"/>
              <a:gd name="connsiteX60" fmla="*/ 1017425 w 42198532"/>
              <a:gd name="connsiteY60" fmla="*/ 5020424 h 6975464"/>
              <a:gd name="connsiteX61" fmla="*/ 744534 w 42198532"/>
              <a:gd name="connsiteY61" fmla="*/ 5231759 h 6975464"/>
              <a:gd name="connsiteX62" fmla="*/ 744534 w 42198532"/>
              <a:gd name="connsiteY62" fmla="*/ 4885580 h 6975464"/>
              <a:gd name="connsiteX63" fmla="*/ 856530 w 42198532"/>
              <a:gd name="connsiteY63" fmla="*/ 4798050 h 6975464"/>
              <a:gd name="connsiteX64" fmla="*/ 849432 w 42198532"/>
              <a:gd name="connsiteY64" fmla="*/ 4787799 h 6975464"/>
              <a:gd name="connsiteX65" fmla="*/ 857319 w 42198532"/>
              <a:gd name="connsiteY65" fmla="*/ 4798050 h 6975464"/>
              <a:gd name="connsiteX66" fmla="*/ 1106548 w 42198532"/>
              <a:gd name="connsiteY66" fmla="*/ 4604852 h 6975464"/>
              <a:gd name="connsiteX67" fmla="*/ 737436 w 42198532"/>
              <a:gd name="connsiteY67" fmla="*/ 4313873 h 6975464"/>
              <a:gd name="connsiteX68" fmla="*/ 1102605 w 42198532"/>
              <a:gd name="connsiteY68" fmla="*/ 4591447 h 6975464"/>
              <a:gd name="connsiteX69" fmla="*/ 849432 w 42198532"/>
              <a:gd name="connsiteY69" fmla="*/ 4787799 h 6975464"/>
              <a:gd name="connsiteX70" fmla="*/ 738225 w 42198532"/>
              <a:gd name="connsiteY70" fmla="*/ 4873752 h 6975464"/>
              <a:gd name="connsiteX71" fmla="*/ 373056 w 42198532"/>
              <a:gd name="connsiteY71" fmla="*/ 4596178 h 6975464"/>
              <a:gd name="connsiteX72" fmla="*/ 737436 w 42198532"/>
              <a:gd name="connsiteY72" fmla="*/ 4313873 h 6975464"/>
              <a:gd name="connsiteX73" fmla="*/ 1115224 w 42198532"/>
              <a:gd name="connsiteY73" fmla="*/ 3661732 h 6975464"/>
              <a:gd name="connsiteX74" fmla="*/ 1125477 w 42198532"/>
              <a:gd name="connsiteY74" fmla="*/ 3669618 h 6975464"/>
              <a:gd name="connsiteX75" fmla="*/ 1480393 w 42198532"/>
              <a:gd name="connsiteY75" fmla="*/ 3939306 h 6975464"/>
              <a:gd name="connsiteX76" fmla="*/ 1116013 w 42198532"/>
              <a:gd name="connsiteY76" fmla="*/ 4222399 h 6975464"/>
              <a:gd name="connsiteX77" fmla="*/ 750844 w 42198532"/>
              <a:gd name="connsiteY77" fmla="*/ 3944037 h 6975464"/>
              <a:gd name="connsiteX78" fmla="*/ 1115224 w 42198532"/>
              <a:gd name="connsiteY78" fmla="*/ 3661732 h 6975464"/>
              <a:gd name="connsiteX79" fmla="*/ 1480393 w 42198532"/>
              <a:gd name="connsiteY79" fmla="*/ 2656315 h 6975464"/>
              <a:gd name="connsiteX80" fmla="*/ 1480393 w 42198532"/>
              <a:gd name="connsiteY80" fmla="*/ 3002494 h 6975464"/>
              <a:gd name="connsiteX81" fmla="*/ 1386537 w 42198532"/>
              <a:gd name="connsiteY81" fmla="*/ 3075042 h 6975464"/>
              <a:gd name="connsiteX82" fmla="*/ 1392847 w 42198532"/>
              <a:gd name="connsiteY82" fmla="*/ 3086870 h 6975464"/>
              <a:gd name="connsiteX83" fmla="*/ 1385748 w 42198532"/>
              <a:gd name="connsiteY83" fmla="*/ 3075830 h 6975464"/>
              <a:gd name="connsiteX84" fmla="*/ 1118379 w 42198532"/>
              <a:gd name="connsiteY84" fmla="*/ 3283222 h 6975464"/>
              <a:gd name="connsiteX85" fmla="*/ 1118379 w 42198532"/>
              <a:gd name="connsiteY85" fmla="*/ 2937043 h 6975464"/>
              <a:gd name="connsiteX86" fmla="*/ 1246148 w 42198532"/>
              <a:gd name="connsiteY86" fmla="*/ 2837685 h 6975464"/>
              <a:gd name="connsiteX87" fmla="*/ 1239839 w 42198532"/>
              <a:gd name="connsiteY87" fmla="*/ 2825856 h 6975464"/>
              <a:gd name="connsiteX88" fmla="*/ 1246937 w 42198532"/>
              <a:gd name="connsiteY88" fmla="*/ 2836896 h 6975464"/>
              <a:gd name="connsiteX89" fmla="*/ 1480393 w 42198532"/>
              <a:gd name="connsiteY89" fmla="*/ 2656315 h 6975464"/>
              <a:gd name="connsiteX90" fmla="*/ 732704 w 42198532"/>
              <a:gd name="connsiteY90" fmla="*/ 1716349 h 6975464"/>
              <a:gd name="connsiteX91" fmla="*/ 1097873 w 42198532"/>
              <a:gd name="connsiteY91" fmla="*/ 1993923 h 6975464"/>
              <a:gd name="connsiteX92" fmla="*/ 860473 w 42198532"/>
              <a:gd name="connsiteY92" fmla="*/ 2177658 h 6975464"/>
              <a:gd name="connsiteX93" fmla="*/ 867572 w 42198532"/>
              <a:gd name="connsiteY93" fmla="*/ 2189486 h 6975464"/>
              <a:gd name="connsiteX94" fmla="*/ 1106548 w 42198532"/>
              <a:gd name="connsiteY94" fmla="*/ 2003386 h 6975464"/>
              <a:gd name="connsiteX95" fmla="*/ 1106548 w 42198532"/>
              <a:gd name="connsiteY95" fmla="*/ 2350353 h 6975464"/>
              <a:gd name="connsiteX96" fmla="*/ 1007172 w 42198532"/>
              <a:gd name="connsiteY96" fmla="*/ 2427632 h 6975464"/>
              <a:gd name="connsiteX97" fmla="*/ 1014270 w 42198532"/>
              <a:gd name="connsiteY97" fmla="*/ 2440249 h 6975464"/>
              <a:gd name="connsiteX98" fmla="*/ 1110492 w 42198532"/>
              <a:gd name="connsiteY98" fmla="*/ 2365336 h 6975464"/>
              <a:gd name="connsiteX99" fmla="*/ 1475660 w 42198532"/>
              <a:gd name="connsiteY99" fmla="*/ 2642910 h 6975464"/>
              <a:gd name="connsiteX100" fmla="*/ 1239839 w 42198532"/>
              <a:gd name="connsiteY100" fmla="*/ 2825856 h 6975464"/>
              <a:gd name="connsiteX101" fmla="*/ 1112069 w 42198532"/>
              <a:gd name="connsiteY101" fmla="*/ 2925215 h 6975464"/>
              <a:gd name="connsiteX102" fmla="*/ 746900 w 42198532"/>
              <a:gd name="connsiteY102" fmla="*/ 2647641 h 6975464"/>
              <a:gd name="connsiteX103" fmla="*/ 1013481 w 42198532"/>
              <a:gd name="connsiteY103" fmla="*/ 2440249 h 6975464"/>
              <a:gd name="connsiteX104" fmla="*/ 1006383 w 42198532"/>
              <a:gd name="connsiteY104" fmla="*/ 2427632 h 6975464"/>
              <a:gd name="connsiteX105" fmla="*/ 744534 w 42198532"/>
              <a:gd name="connsiteY105" fmla="*/ 2631081 h 6975464"/>
              <a:gd name="connsiteX106" fmla="*/ 744534 w 42198532"/>
              <a:gd name="connsiteY106" fmla="*/ 2284114 h 6975464"/>
              <a:gd name="connsiteX107" fmla="*/ 866783 w 42198532"/>
              <a:gd name="connsiteY107" fmla="*/ 2189486 h 6975464"/>
              <a:gd name="connsiteX108" fmla="*/ 860473 w 42198532"/>
              <a:gd name="connsiteY108" fmla="*/ 2178447 h 6975464"/>
              <a:gd name="connsiteX109" fmla="*/ 738225 w 42198532"/>
              <a:gd name="connsiteY109" fmla="*/ 2273074 h 6975464"/>
              <a:gd name="connsiteX110" fmla="*/ 373056 w 42198532"/>
              <a:gd name="connsiteY110" fmla="*/ 1995500 h 6975464"/>
              <a:gd name="connsiteX111" fmla="*/ 732704 w 42198532"/>
              <a:gd name="connsiteY111" fmla="*/ 1716349 h 6975464"/>
              <a:gd name="connsiteX112" fmla="*/ 1480393 w 42198532"/>
              <a:gd name="connsiteY112" fmla="*/ 1355976 h 6975464"/>
              <a:gd name="connsiteX113" fmla="*/ 1480393 w 42198532"/>
              <a:gd name="connsiteY113" fmla="*/ 1702944 h 6975464"/>
              <a:gd name="connsiteX114" fmla="*/ 1391269 w 42198532"/>
              <a:gd name="connsiteY114" fmla="*/ 1771549 h 6975464"/>
              <a:gd name="connsiteX115" fmla="*/ 1399156 w 42198532"/>
              <a:gd name="connsiteY115" fmla="*/ 1781800 h 6975464"/>
              <a:gd name="connsiteX116" fmla="*/ 1483547 w 42198532"/>
              <a:gd name="connsiteY116" fmla="*/ 1716349 h 6975464"/>
              <a:gd name="connsiteX117" fmla="*/ 1848716 w 42198532"/>
              <a:gd name="connsiteY117" fmla="*/ 1993923 h 6975464"/>
              <a:gd name="connsiteX118" fmla="*/ 1658639 w 42198532"/>
              <a:gd name="connsiteY118" fmla="*/ 2141384 h 6975464"/>
              <a:gd name="connsiteX119" fmla="*/ 1489068 w 42198532"/>
              <a:gd name="connsiteY119" fmla="*/ 2273074 h 6975464"/>
              <a:gd name="connsiteX120" fmla="*/ 1123900 w 42198532"/>
              <a:gd name="connsiteY120" fmla="*/ 1995500 h 6975464"/>
              <a:gd name="connsiteX121" fmla="*/ 1398368 w 42198532"/>
              <a:gd name="connsiteY121" fmla="*/ 1782588 h 6975464"/>
              <a:gd name="connsiteX122" fmla="*/ 1390481 w 42198532"/>
              <a:gd name="connsiteY122" fmla="*/ 1771549 h 6975464"/>
              <a:gd name="connsiteX123" fmla="*/ 1118379 w 42198532"/>
              <a:gd name="connsiteY123" fmla="*/ 1982883 h 6975464"/>
              <a:gd name="connsiteX124" fmla="*/ 1118379 w 42198532"/>
              <a:gd name="connsiteY124" fmla="*/ 1636704 h 6975464"/>
              <a:gd name="connsiteX125" fmla="*/ 1230374 w 42198532"/>
              <a:gd name="connsiteY125" fmla="*/ 1549963 h 6975464"/>
              <a:gd name="connsiteX126" fmla="*/ 1480393 w 42198532"/>
              <a:gd name="connsiteY126" fmla="*/ 1355976 h 6975464"/>
              <a:gd name="connsiteX127" fmla="*/ 1110492 w 42198532"/>
              <a:gd name="connsiteY127" fmla="*/ 1064997 h 6975464"/>
              <a:gd name="connsiteX128" fmla="*/ 1475660 w 42198532"/>
              <a:gd name="connsiteY128" fmla="*/ 1342571 h 6975464"/>
              <a:gd name="connsiteX129" fmla="*/ 1223276 w 42198532"/>
              <a:gd name="connsiteY129" fmla="*/ 1538923 h 6975464"/>
              <a:gd name="connsiteX130" fmla="*/ 1230374 w 42198532"/>
              <a:gd name="connsiteY130" fmla="*/ 1549963 h 6975464"/>
              <a:gd name="connsiteX131" fmla="*/ 1222487 w 42198532"/>
              <a:gd name="connsiteY131" fmla="*/ 1539711 h 6975464"/>
              <a:gd name="connsiteX132" fmla="*/ 1112069 w 42198532"/>
              <a:gd name="connsiteY132" fmla="*/ 1625665 h 6975464"/>
              <a:gd name="connsiteX133" fmla="*/ 746900 w 42198532"/>
              <a:gd name="connsiteY133" fmla="*/ 1348091 h 6975464"/>
              <a:gd name="connsiteX134" fmla="*/ 1110492 w 42198532"/>
              <a:gd name="connsiteY134" fmla="*/ 1064997 h 6975464"/>
              <a:gd name="connsiteX135" fmla="*/ 1488280 w 42198532"/>
              <a:gd name="connsiteY135" fmla="*/ 413645 h 6975464"/>
              <a:gd name="connsiteX136" fmla="*/ 1498533 w 42198532"/>
              <a:gd name="connsiteY136" fmla="*/ 421530 h 6975464"/>
              <a:gd name="connsiteX137" fmla="*/ 1853448 w 42198532"/>
              <a:gd name="connsiteY137" fmla="*/ 691218 h 6975464"/>
              <a:gd name="connsiteX138" fmla="*/ 1489068 w 42198532"/>
              <a:gd name="connsiteY138" fmla="*/ 973524 h 6975464"/>
              <a:gd name="connsiteX139" fmla="*/ 1123900 w 42198532"/>
              <a:gd name="connsiteY139" fmla="*/ 695950 h 6975464"/>
              <a:gd name="connsiteX140" fmla="*/ 1488280 w 42198532"/>
              <a:gd name="connsiteY140" fmla="*/ 413645 h 6975464"/>
              <a:gd name="connsiteX141" fmla="*/ 1493012 w 42198532"/>
              <a:gd name="connsiteY141" fmla="*/ 117464 h 6975464"/>
              <a:gd name="connsiteX142" fmla="*/ 42118086 w 42198532"/>
              <a:gd name="connsiteY142" fmla="*/ 0 h 6975464"/>
              <a:gd name="connsiteX143" fmla="*/ 42198532 w 42198532"/>
              <a:gd name="connsiteY143" fmla="*/ 6799268 h 6975464"/>
              <a:gd name="connsiteX144" fmla="*/ 843615 w 42198532"/>
              <a:gd name="connsiteY144" fmla="*/ 6975464 h 6975464"/>
              <a:gd name="connsiteX145" fmla="*/ 810785 w 42198532"/>
              <a:gd name="connsiteY145" fmla="*/ 6950504 h 6975464"/>
              <a:gd name="connsiteX146" fmla="*/ 746900 w 42198532"/>
              <a:gd name="connsiteY146" fmla="*/ 6901934 h 6975464"/>
              <a:gd name="connsiteX147" fmla="*/ 746900 w 42198532"/>
              <a:gd name="connsiteY147" fmla="*/ 6547081 h 6975464"/>
              <a:gd name="connsiteX148" fmla="*/ 1019002 w 42198532"/>
              <a:gd name="connsiteY148" fmla="*/ 6335746 h 6975464"/>
              <a:gd name="connsiteX149" fmla="*/ 1012693 w 42198532"/>
              <a:gd name="connsiteY149" fmla="*/ 6323918 h 6975464"/>
              <a:gd name="connsiteX150" fmla="*/ 1019791 w 42198532"/>
              <a:gd name="connsiteY150" fmla="*/ 6334957 h 6975464"/>
              <a:gd name="connsiteX151" fmla="*/ 1110492 w 42198532"/>
              <a:gd name="connsiteY151" fmla="*/ 6264775 h 6975464"/>
              <a:gd name="connsiteX152" fmla="*/ 1489068 w 42198532"/>
              <a:gd name="connsiteY152" fmla="*/ 6553389 h 6975464"/>
              <a:gd name="connsiteX153" fmla="*/ 1870800 w 42198532"/>
              <a:gd name="connsiteY153" fmla="*/ 6257678 h 6975464"/>
              <a:gd name="connsiteX154" fmla="*/ 1870800 w 42198532"/>
              <a:gd name="connsiteY154" fmla="*/ 6139394 h 6975464"/>
              <a:gd name="connsiteX155" fmla="*/ 1857392 w 42198532"/>
              <a:gd name="connsiteY155" fmla="*/ 6144914 h 6975464"/>
              <a:gd name="connsiteX156" fmla="*/ 1857392 w 42198532"/>
              <a:gd name="connsiteY156" fmla="*/ 6251370 h 6975464"/>
              <a:gd name="connsiteX157" fmla="*/ 1495378 w 42198532"/>
              <a:gd name="connsiteY157" fmla="*/ 6531309 h 6975464"/>
              <a:gd name="connsiteX158" fmla="*/ 1495378 w 42198532"/>
              <a:gd name="connsiteY158" fmla="*/ 6185131 h 6975464"/>
              <a:gd name="connsiteX159" fmla="*/ 1857392 w 42198532"/>
              <a:gd name="connsiteY159" fmla="*/ 5904403 h 6975464"/>
              <a:gd name="connsiteX160" fmla="*/ 1857392 w 42198532"/>
              <a:gd name="connsiteY160" fmla="*/ 6144125 h 6975464"/>
              <a:gd name="connsiteX161" fmla="*/ 1870800 w 42198532"/>
              <a:gd name="connsiteY161" fmla="*/ 6138605 h 6975464"/>
              <a:gd name="connsiteX162" fmla="*/ 1870800 w 42198532"/>
              <a:gd name="connsiteY162" fmla="*/ 5887843 h 6975464"/>
              <a:gd name="connsiteX163" fmla="*/ 1739875 w 42198532"/>
              <a:gd name="connsiteY163" fmla="*/ 5788484 h 6975464"/>
              <a:gd name="connsiteX164" fmla="*/ 1497744 w 42198532"/>
              <a:gd name="connsiteY164" fmla="*/ 5604749 h 6975464"/>
              <a:gd name="connsiteX165" fmla="*/ 1497744 w 42198532"/>
              <a:gd name="connsiteY165" fmla="*/ 5424957 h 6975464"/>
              <a:gd name="connsiteX166" fmla="*/ 1484336 w 42198532"/>
              <a:gd name="connsiteY166" fmla="*/ 5427322 h 6975464"/>
              <a:gd name="connsiteX167" fmla="*/ 1484336 w 42198532"/>
              <a:gd name="connsiteY167" fmla="*/ 5598440 h 6975464"/>
              <a:gd name="connsiteX168" fmla="*/ 1122322 w 42198532"/>
              <a:gd name="connsiteY168" fmla="*/ 5879169 h 6975464"/>
              <a:gd name="connsiteX169" fmla="*/ 1122322 w 42198532"/>
              <a:gd name="connsiteY169" fmla="*/ 5532990 h 6975464"/>
              <a:gd name="connsiteX170" fmla="*/ 1292682 w 42198532"/>
              <a:gd name="connsiteY170" fmla="*/ 5400511 h 6975464"/>
              <a:gd name="connsiteX171" fmla="*/ 1285583 w 42198532"/>
              <a:gd name="connsiteY171" fmla="*/ 5390260 h 6975464"/>
              <a:gd name="connsiteX172" fmla="*/ 1116013 w 42198532"/>
              <a:gd name="connsiteY172" fmla="*/ 5521161 h 6975464"/>
              <a:gd name="connsiteX173" fmla="*/ 750844 w 42198532"/>
              <a:gd name="connsiteY173" fmla="*/ 5243588 h 6975464"/>
              <a:gd name="connsiteX174" fmla="*/ 1025312 w 42198532"/>
              <a:gd name="connsiteY174" fmla="*/ 5030676 h 6975464"/>
              <a:gd name="connsiteX175" fmla="*/ 1110492 w 42198532"/>
              <a:gd name="connsiteY175" fmla="*/ 4965225 h 6975464"/>
              <a:gd name="connsiteX176" fmla="*/ 1475660 w 42198532"/>
              <a:gd name="connsiteY176" fmla="*/ 5242799 h 6975464"/>
              <a:gd name="connsiteX177" fmla="*/ 1285583 w 42198532"/>
              <a:gd name="connsiteY177" fmla="*/ 5389472 h 6975464"/>
              <a:gd name="connsiteX178" fmla="*/ 1293470 w 42198532"/>
              <a:gd name="connsiteY178" fmla="*/ 5400511 h 6975464"/>
              <a:gd name="connsiteX179" fmla="*/ 1484336 w 42198532"/>
              <a:gd name="connsiteY179" fmla="*/ 5252262 h 6975464"/>
              <a:gd name="connsiteX180" fmla="*/ 1484336 w 42198532"/>
              <a:gd name="connsiteY180" fmla="*/ 5426534 h 6975464"/>
              <a:gd name="connsiteX181" fmla="*/ 1497744 w 42198532"/>
              <a:gd name="connsiteY181" fmla="*/ 5424168 h 6975464"/>
              <a:gd name="connsiteX182" fmla="*/ 1497744 w 42198532"/>
              <a:gd name="connsiteY182" fmla="*/ 5246742 h 6975464"/>
              <a:gd name="connsiteX183" fmla="*/ 1513518 w 42198532"/>
              <a:gd name="connsiteY183" fmla="*/ 5234125 h 6975464"/>
              <a:gd name="connsiteX184" fmla="*/ 1513518 w 42198532"/>
              <a:gd name="connsiteY184" fmla="*/ 5217565 h 6975464"/>
              <a:gd name="connsiteX185" fmla="*/ 1495378 w 42198532"/>
              <a:gd name="connsiteY185" fmla="*/ 5231759 h 6975464"/>
              <a:gd name="connsiteX186" fmla="*/ 1495378 w 42198532"/>
              <a:gd name="connsiteY186" fmla="*/ 4885580 h 6975464"/>
              <a:gd name="connsiteX187" fmla="*/ 1513518 w 42198532"/>
              <a:gd name="connsiteY187" fmla="*/ 4871386 h 6975464"/>
              <a:gd name="connsiteX188" fmla="*/ 1513518 w 42198532"/>
              <a:gd name="connsiteY188" fmla="*/ 4854826 h 6975464"/>
              <a:gd name="connsiteX189" fmla="*/ 1489068 w 42198532"/>
              <a:gd name="connsiteY189" fmla="*/ 4873752 h 6975464"/>
              <a:gd name="connsiteX190" fmla="*/ 1123900 w 42198532"/>
              <a:gd name="connsiteY190" fmla="*/ 4596178 h 6975464"/>
              <a:gd name="connsiteX191" fmla="*/ 1488280 w 42198532"/>
              <a:gd name="connsiteY191" fmla="*/ 4313873 h 6975464"/>
              <a:gd name="connsiteX192" fmla="*/ 1853448 w 42198532"/>
              <a:gd name="connsiteY192" fmla="*/ 4591447 h 6975464"/>
              <a:gd name="connsiteX193" fmla="*/ 1514307 w 42198532"/>
              <a:gd name="connsiteY193" fmla="*/ 4854826 h 6975464"/>
              <a:gd name="connsiteX194" fmla="*/ 1514307 w 42198532"/>
              <a:gd name="connsiteY194" fmla="*/ 4870598 h 6975464"/>
              <a:gd name="connsiteX195" fmla="*/ 1857392 w 42198532"/>
              <a:gd name="connsiteY195" fmla="*/ 4604852 h 6975464"/>
              <a:gd name="connsiteX196" fmla="*/ 1857392 w 42198532"/>
              <a:gd name="connsiteY196" fmla="*/ 4951031 h 6975464"/>
              <a:gd name="connsiteX197" fmla="*/ 1514307 w 42198532"/>
              <a:gd name="connsiteY197" fmla="*/ 5217565 h 6975464"/>
              <a:gd name="connsiteX198" fmla="*/ 1514307 w 42198532"/>
              <a:gd name="connsiteY198" fmla="*/ 5234125 h 6975464"/>
              <a:gd name="connsiteX199" fmla="*/ 1870800 w 42198532"/>
              <a:gd name="connsiteY199" fmla="*/ 4957339 h 6975464"/>
              <a:gd name="connsiteX200" fmla="*/ 1870800 w 42198532"/>
              <a:gd name="connsiteY200" fmla="*/ 4588292 h 6975464"/>
              <a:gd name="connsiteX201" fmla="*/ 1497744 w 42198532"/>
              <a:gd name="connsiteY201" fmla="*/ 4304410 h 6975464"/>
              <a:gd name="connsiteX202" fmla="*/ 1497744 w 42198532"/>
              <a:gd name="connsiteY202" fmla="*/ 3956654 h 6975464"/>
              <a:gd name="connsiteX203" fmla="*/ 1484336 w 42198532"/>
              <a:gd name="connsiteY203" fmla="*/ 3966905 h 6975464"/>
              <a:gd name="connsiteX204" fmla="*/ 1484336 w 42198532"/>
              <a:gd name="connsiteY204" fmla="*/ 4299679 h 6975464"/>
              <a:gd name="connsiteX205" fmla="*/ 1122322 w 42198532"/>
              <a:gd name="connsiteY205" fmla="*/ 4579618 h 6975464"/>
              <a:gd name="connsiteX206" fmla="*/ 1122322 w 42198532"/>
              <a:gd name="connsiteY206" fmla="*/ 4233439 h 6975464"/>
              <a:gd name="connsiteX207" fmla="*/ 1484336 w 42198532"/>
              <a:gd name="connsiteY207" fmla="*/ 3952712 h 6975464"/>
              <a:gd name="connsiteX208" fmla="*/ 1484336 w 42198532"/>
              <a:gd name="connsiteY208" fmla="*/ 3966117 h 6975464"/>
              <a:gd name="connsiteX209" fmla="*/ 1497744 w 42198532"/>
              <a:gd name="connsiteY209" fmla="*/ 3955866 h 6975464"/>
              <a:gd name="connsiteX210" fmla="*/ 1497744 w 42198532"/>
              <a:gd name="connsiteY210" fmla="*/ 3936152 h 6975464"/>
              <a:gd name="connsiteX211" fmla="*/ 1136519 w 42198532"/>
              <a:gd name="connsiteY211" fmla="*/ 3661732 h 6975464"/>
              <a:gd name="connsiteX212" fmla="*/ 1125477 w 42198532"/>
              <a:gd name="connsiteY212" fmla="*/ 3669618 h 6975464"/>
              <a:gd name="connsiteX213" fmla="*/ 1135730 w 42198532"/>
              <a:gd name="connsiteY213" fmla="*/ 3660943 h 6975464"/>
              <a:gd name="connsiteX214" fmla="*/ 1119956 w 42198532"/>
              <a:gd name="connsiteY214" fmla="*/ 3649115 h 6975464"/>
              <a:gd name="connsiteX215" fmla="*/ 1119956 w 42198532"/>
              <a:gd name="connsiteY215" fmla="*/ 3637286 h 6975464"/>
              <a:gd name="connsiteX216" fmla="*/ 1106548 w 42198532"/>
              <a:gd name="connsiteY216" fmla="*/ 3637286 h 6975464"/>
              <a:gd name="connsiteX217" fmla="*/ 1106548 w 42198532"/>
              <a:gd name="connsiteY217" fmla="*/ 3649903 h 6975464"/>
              <a:gd name="connsiteX218" fmla="*/ 744534 w 42198532"/>
              <a:gd name="connsiteY218" fmla="*/ 3929843 h 6975464"/>
              <a:gd name="connsiteX219" fmla="*/ 744534 w 42198532"/>
              <a:gd name="connsiteY219" fmla="*/ 3612841 h 6975464"/>
              <a:gd name="connsiteX220" fmla="*/ 744534 w 42198532"/>
              <a:gd name="connsiteY220" fmla="*/ 3584453 h 6975464"/>
              <a:gd name="connsiteX221" fmla="*/ 1106548 w 42198532"/>
              <a:gd name="connsiteY221" fmla="*/ 3303725 h 6975464"/>
              <a:gd name="connsiteX222" fmla="*/ 1106548 w 42198532"/>
              <a:gd name="connsiteY222" fmla="*/ 3617573 h 6975464"/>
              <a:gd name="connsiteX223" fmla="*/ 1106548 w 42198532"/>
              <a:gd name="connsiteY223" fmla="*/ 3636498 h 6975464"/>
              <a:gd name="connsiteX224" fmla="*/ 1119956 w 42198532"/>
              <a:gd name="connsiteY224" fmla="*/ 3636498 h 6975464"/>
              <a:gd name="connsiteX225" fmla="*/ 1119956 w 42198532"/>
              <a:gd name="connsiteY225" fmla="*/ 3298205 h 6975464"/>
              <a:gd name="connsiteX226" fmla="*/ 1392847 w 42198532"/>
              <a:gd name="connsiteY226" fmla="*/ 3086870 h 6975464"/>
              <a:gd name="connsiteX227" fmla="*/ 1483547 w 42198532"/>
              <a:gd name="connsiteY227" fmla="*/ 3016688 h 6975464"/>
              <a:gd name="connsiteX228" fmla="*/ 1862913 w 42198532"/>
              <a:gd name="connsiteY228" fmla="*/ 3304513 h 6975464"/>
              <a:gd name="connsiteX229" fmla="*/ 2243855 w 42198532"/>
              <a:gd name="connsiteY229" fmla="*/ 3008803 h 6975464"/>
              <a:gd name="connsiteX230" fmla="*/ 2243855 w 42198532"/>
              <a:gd name="connsiteY230" fmla="*/ 2891307 h 6975464"/>
              <a:gd name="connsiteX231" fmla="*/ 2231236 w 42198532"/>
              <a:gd name="connsiteY231" fmla="*/ 2896827 h 6975464"/>
              <a:gd name="connsiteX232" fmla="*/ 2231236 w 42198532"/>
              <a:gd name="connsiteY232" fmla="*/ 3002494 h 6975464"/>
              <a:gd name="connsiteX233" fmla="*/ 1869222 w 42198532"/>
              <a:gd name="connsiteY233" fmla="*/ 3283222 h 6975464"/>
              <a:gd name="connsiteX234" fmla="*/ 1869222 w 42198532"/>
              <a:gd name="connsiteY234" fmla="*/ 2937043 h 6975464"/>
              <a:gd name="connsiteX235" fmla="*/ 2231236 w 42198532"/>
              <a:gd name="connsiteY235" fmla="*/ 2656315 h 6975464"/>
              <a:gd name="connsiteX236" fmla="*/ 2231236 w 42198532"/>
              <a:gd name="connsiteY236" fmla="*/ 2896038 h 6975464"/>
              <a:gd name="connsiteX237" fmla="*/ 2243855 w 42198532"/>
              <a:gd name="connsiteY237" fmla="*/ 2890518 h 6975464"/>
              <a:gd name="connsiteX238" fmla="*/ 2243855 w 42198532"/>
              <a:gd name="connsiteY238" fmla="*/ 2639755 h 6975464"/>
              <a:gd name="connsiteX239" fmla="*/ 2113720 w 42198532"/>
              <a:gd name="connsiteY239" fmla="*/ 2540397 h 6975464"/>
              <a:gd name="connsiteX240" fmla="*/ 2100312 w 42198532"/>
              <a:gd name="connsiteY240" fmla="*/ 2546705 h 6975464"/>
              <a:gd name="connsiteX241" fmla="*/ 2226503 w 42198532"/>
              <a:gd name="connsiteY241" fmla="*/ 2642910 h 6975464"/>
              <a:gd name="connsiteX242" fmla="*/ 1862124 w 42198532"/>
              <a:gd name="connsiteY242" fmla="*/ 2925215 h 6975464"/>
              <a:gd name="connsiteX243" fmla="*/ 1496955 w 42198532"/>
              <a:gd name="connsiteY243" fmla="*/ 2647641 h 6975464"/>
              <a:gd name="connsiteX244" fmla="*/ 1861335 w 42198532"/>
              <a:gd name="connsiteY244" fmla="*/ 2365336 h 6975464"/>
              <a:gd name="connsiteX245" fmla="*/ 2099523 w 42198532"/>
              <a:gd name="connsiteY245" fmla="*/ 2545916 h 6975464"/>
              <a:gd name="connsiteX246" fmla="*/ 2112931 w 42198532"/>
              <a:gd name="connsiteY246" fmla="*/ 2539608 h 6975464"/>
              <a:gd name="connsiteX247" fmla="*/ 1870800 w 42198532"/>
              <a:gd name="connsiteY247" fmla="*/ 2355873 h 6975464"/>
              <a:gd name="connsiteX248" fmla="*/ 1870800 w 42198532"/>
              <a:gd name="connsiteY248" fmla="*/ 2176869 h 6975464"/>
              <a:gd name="connsiteX249" fmla="*/ 1857392 w 42198532"/>
              <a:gd name="connsiteY249" fmla="*/ 2178447 h 6975464"/>
              <a:gd name="connsiteX250" fmla="*/ 1857392 w 42198532"/>
              <a:gd name="connsiteY250" fmla="*/ 2350353 h 6975464"/>
              <a:gd name="connsiteX251" fmla="*/ 1496167 w 42198532"/>
              <a:gd name="connsiteY251" fmla="*/ 2631081 h 6975464"/>
              <a:gd name="connsiteX252" fmla="*/ 1496167 w 42198532"/>
              <a:gd name="connsiteY252" fmla="*/ 2284114 h 6975464"/>
              <a:gd name="connsiteX253" fmla="*/ 1666526 w 42198532"/>
              <a:gd name="connsiteY253" fmla="*/ 2152424 h 6975464"/>
              <a:gd name="connsiteX254" fmla="*/ 1658639 w 42198532"/>
              <a:gd name="connsiteY254" fmla="*/ 2141384 h 6975464"/>
              <a:gd name="connsiteX255" fmla="*/ 1666526 w 42198532"/>
              <a:gd name="connsiteY255" fmla="*/ 2151636 h 6975464"/>
              <a:gd name="connsiteX256" fmla="*/ 1857392 w 42198532"/>
              <a:gd name="connsiteY256" fmla="*/ 2003386 h 6975464"/>
              <a:gd name="connsiteX257" fmla="*/ 1857392 w 42198532"/>
              <a:gd name="connsiteY257" fmla="*/ 2177658 h 6975464"/>
              <a:gd name="connsiteX258" fmla="*/ 1870800 w 42198532"/>
              <a:gd name="connsiteY258" fmla="*/ 2176081 h 6975464"/>
              <a:gd name="connsiteX259" fmla="*/ 1870800 w 42198532"/>
              <a:gd name="connsiteY259" fmla="*/ 1998654 h 6975464"/>
              <a:gd name="connsiteX260" fmla="*/ 1886574 w 42198532"/>
              <a:gd name="connsiteY260" fmla="*/ 1986037 h 6975464"/>
              <a:gd name="connsiteX261" fmla="*/ 1886574 w 42198532"/>
              <a:gd name="connsiteY261" fmla="*/ 1969478 h 6975464"/>
              <a:gd name="connsiteX262" fmla="*/ 1869222 w 42198532"/>
              <a:gd name="connsiteY262" fmla="*/ 1982883 h 6975464"/>
              <a:gd name="connsiteX263" fmla="*/ 1869222 w 42198532"/>
              <a:gd name="connsiteY263" fmla="*/ 1636704 h 6975464"/>
              <a:gd name="connsiteX264" fmla="*/ 1886574 w 42198532"/>
              <a:gd name="connsiteY264" fmla="*/ 1623299 h 6975464"/>
              <a:gd name="connsiteX265" fmla="*/ 1886574 w 42198532"/>
              <a:gd name="connsiteY265" fmla="*/ 1606739 h 6975464"/>
              <a:gd name="connsiteX266" fmla="*/ 1862124 w 42198532"/>
              <a:gd name="connsiteY266" fmla="*/ 1625665 h 6975464"/>
              <a:gd name="connsiteX267" fmla="*/ 1496955 w 42198532"/>
              <a:gd name="connsiteY267" fmla="*/ 1348091 h 6975464"/>
              <a:gd name="connsiteX268" fmla="*/ 1861335 w 42198532"/>
              <a:gd name="connsiteY268" fmla="*/ 1064997 h 6975464"/>
              <a:gd name="connsiteX269" fmla="*/ 2226503 w 42198532"/>
              <a:gd name="connsiteY269" fmla="*/ 1342571 h 6975464"/>
              <a:gd name="connsiteX270" fmla="*/ 1887362 w 42198532"/>
              <a:gd name="connsiteY270" fmla="*/ 1605951 h 6975464"/>
              <a:gd name="connsiteX271" fmla="*/ 1887362 w 42198532"/>
              <a:gd name="connsiteY271" fmla="*/ 1622510 h 6975464"/>
              <a:gd name="connsiteX272" fmla="*/ 2231236 w 42198532"/>
              <a:gd name="connsiteY272" fmla="*/ 1355976 h 6975464"/>
              <a:gd name="connsiteX273" fmla="*/ 2231236 w 42198532"/>
              <a:gd name="connsiteY273" fmla="*/ 1702944 h 6975464"/>
              <a:gd name="connsiteX274" fmla="*/ 1887362 w 42198532"/>
              <a:gd name="connsiteY274" fmla="*/ 1968689 h 6975464"/>
              <a:gd name="connsiteX275" fmla="*/ 1887362 w 42198532"/>
              <a:gd name="connsiteY275" fmla="*/ 1985249 h 6975464"/>
              <a:gd name="connsiteX276" fmla="*/ 2243855 w 42198532"/>
              <a:gd name="connsiteY276" fmla="*/ 1709252 h 6975464"/>
              <a:gd name="connsiteX277" fmla="*/ 2243855 w 42198532"/>
              <a:gd name="connsiteY277" fmla="*/ 1339416 h 6975464"/>
              <a:gd name="connsiteX278" fmla="*/ 1870800 w 42198532"/>
              <a:gd name="connsiteY278" fmla="*/ 1056323 h 6975464"/>
              <a:gd name="connsiteX279" fmla="*/ 1870800 w 42198532"/>
              <a:gd name="connsiteY279" fmla="*/ 707778 h 6975464"/>
              <a:gd name="connsiteX280" fmla="*/ 1857392 w 42198532"/>
              <a:gd name="connsiteY280" fmla="*/ 718030 h 6975464"/>
              <a:gd name="connsiteX281" fmla="*/ 1857392 w 42198532"/>
              <a:gd name="connsiteY281" fmla="*/ 1050803 h 6975464"/>
              <a:gd name="connsiteX282" fmla="*/ 1496167 w 42198532"/>
              <a:gd name="connsiteY282" fmla="*/ 1331531 h 6975464"/>
              <a:gd name="connsiteX283" fmla="*/ 1496167 w 42198532"/>
              <a:gd name="connsiteY283" fmla="*/ 985352 h 6975464"/>
              <a:gd name="connsiteX284" fmla="*/ 1857392 w 42198532"/>
              <a:gd name="connsiteY284" fmla="*/ 704624 h 6975464"/>
              <a:gd name="connsiteX285" fmla="*/ 1857392 w 42198532"/>
              <a:gd name="connsiteY285" fmla="*/ 717241 h 6975464"/>
              <a:gd name="connsiteX286" fmla="*/ 1870800 w 42198532"/>
              <a:gd name="connsiteY286" fmla="*/ 706990 h 6975464"/>
              <a:gd name="connsiteX287" fmla="*/ 1870800 w 42198532"/>
              <a:gd name="connsiteY287" fmla="*/ 688064 h 6975464"/>
              <a:gd name="connsiteX288" fmla="*/ 1509574 w 42198532"/>
              <a:gd name="connsiteY288" fmla="*/ 412856 h 6975464"/>
              <a:gd name="connsiteX289" fmla="*/ 1498533 w 42198532"/>
              <a:gd name="connsiteY289" fmla="*/ 421530 h 6975464"/>
              <a:gd name="connsiteX290" fmla="*/ 1508786 w 42198532"/>
              <a:gd name="connsiteY290" fmla="*/ 412856 h 6975464"/>
              <a:gd name="connsiteX291" fmla="*/ 1493012 w 42198532"/>
              <a:gd name="connsiteY291" fmla="*/ 401028 h 6975464"/>
              <a:gd name="connsiteX292" fmla="*/ 1493012 w 42198532"/>
              <a:gd name="connsiteY292" fmla="*/ 119417 h 6975464"/>
              <a:gd name="connsiteX293" fmla="*/ 1493012 w 42198532"/>
              <a:gd name="connsiteY293" fmla="*/ 117464 h 6975464"/>
              <a:gd name="connsiteX294" fmla="*/ 1398859 w 42198532"/>
              <a:gd name="connsiteY294" fmla="*/ 117464 h 6975464"/>
              <a:gd name="connsiteX295" fmla="*/ 1480393 w 42198532"/>
              <a:gd name="connsiteY295" fmla="*/ 117464 h 6975464"/>
              <a:gd name="connsiteX296" fmla="*/ 1480393 w 42198532"/>
              <a:gd name="connsiteY296" fmla="*/ 201868 h 6975464"/>
              <a:gd name="connsiteX297" fmla="*/ 1480393 w 42198532"/>
              <a:gd name="connsiteY297" fmla="*/ 401028 h 6975464"/>
              <a:gd name="connsiteX298" fmla="*/ 1118379 w 42198532"/>
              <a:gd name="connsiteY298" fmla="*/ 681756 h 6975464"/>
              <a:gd name="connsiteX299" fmla="*/ 1118379 w 42198532"/>
              <a:gd name="connsiteY299" fmla="*/ 335577 h 6975464"/>
              <a:gd name="connsiteX300" fmla="*/ 1379242 w 42198532"/>
              <a:gd name="connsiteY300" fmla="*/ 132719 h 6975464"/>
              <a:gd name="connsiteX301" fmla="*/ 1398859 w 42198532"/>
              <a:gd name="connsiteY301" fmla="*/ 117464 h 6975464"/>
              <a:gd name="connsiteX302" fmla="*/ 840168 w 42198532"/>
              <a:gd name="connsiteY302" fmla="*/ 117464 h 6975464"/>
              <a:gd name="connsiteX303" fmla="*/ 1377550 w 42198532"/>
              <a:gd name="connsiteY303" fmla="*/ 117464 h 6975464"/>
              <a:gd name="connsiteX304" fmla="*/ 1301753 w 42198532"/>
              <a:gd name="connsiteY304" fmla="*/ 176360 h 6975464"/>
              <a:gd name="connsiteX305" fmla="*/ 1112069 w 42198532"/>
              <a:gd name="connsiteY305" fmla="*/ 323748 h 6975464"/>
              <a:gd name="connsiteX306" fmla="*/ 857417 w 42198532"/>
              <a:gd name="connsiteY306" fmla="*/ 130551 h 6975464"/>
              <a:gd name="connsiteX307" fmla="*/ 840168 w 42198532"/>
              <a:gd name="connsiteY307" fmla="*/ 117464 h 6975464"/>
              <a:gd name="connsiteX0" fmla="*/ 738225 w 42198532"/>
              <a:gd name="connsiteY0" fmla="*/ 6911396 h 7004830"/>
              <a:gd name="connsiteX1" fmla="*/ 814828 w 42198532"/>
              <a:gd name="connsiteY1" fmla="*/ 6969750 h 7004830"/>
              <a:gd name="connsiteX2" fmla="*/ 822329 w 42198532"/>
              <a:gd name="connsiteY2" fmla="*/ 6975464 h 7004830"/>
              <a:gd name="connsiteX3" fmla="*/ 655724 w 42198532"/>
              <a:gd name="connsiteY3" fmla="*/ 6975464 h 7004830"/>
              <a:gd name="connsiteX4" fmla="*/ 656989 w 42198532"/>
              <a:gd name="connsiteY4" fmla="*/ 6974481 h 7004830"/>
              <a:gd name="connsiteX5" fmla="*/ 738225 w 42198532"/>
              <a:gd name="connsiteY5" fmla="*/ 6911396 h 7004830"/>
              <a:gd name="connsiteX6" fmla="*/ 733493 w 42198532"/>
              <a:gd name="connsiteY6" fmla="*/ 6551812 h 7004830"/>
              <a:gd name="connsiteX7" fmla="*/ 733493 w 42198532"/>
              <a:gd name="connsiteY7" fmla="*/ 6897991 h 7004830"/>
              <a:gd name="connsiteX8" fmla="*/ 639637 w 42198532"/>
              <a:gd name="connsiteY8" fmla="*/ 6970539 h 7004830"/>
              <a:gd name="connsiteX9" fmla="*/ 656989 w 42198532"/>
              <a:gd name="connsiteY9" fmla="*/ 6974481 h 7004830"/>
              <a:gd name="connsiteX10" fmla="*/ 638848 w 42198532"/>
              <a:gd name="connsiteY10" fmla="*/ 6971327 h 7004830"/>
              <a:gd name="connsiteX11" fmla="*/ 633515 w 42198532"/>
              <a:gd name="connsiteY11" fmla="*/ 6975464 h 7004830"/>
              <a:gd name="connsiteX12" fmla="*/ 371479 w 42198532"/>
              <a:gd name="connsiteY12" fmla="*/ 6975464 h 7004830"/>
              <a:gd name="connsiteX13" fmla="*/ 371479 w 42198532"/>
              <a:gd name="connsiteY13" fmla="*/ 6917056 h 7004830"/>
              <a:gd name="connsiteX14" fmla="*/ 371479 w 42198532"/>
              <a:gd name="connsiteY14" fmla="*/ 6832540 h 7004830"/>
              <a:gd name="connsiteX15" fmla="*/ 733493 w 42198532"/>
              <a:gd name="connsiteY15" fmla="*/ 6551812 h 7004830"/>
              <a:gd name="connsiteX16" fmla="*/ 1106548 w 42198532"/>
              <a:gd name="connsiteY16" fmla="*/ 5904403 h 7004830"/>
              <a:gd name="connsiteX17" fmla="*/ 1106548 w 42198532"/>
              <a:gd name="connsiteY17" fmla="*/ 6251370 h 7004830"/>
              <a:gd name="connsiteX18" fmla="*/ 1012693 w 42198532"/>
              <a:gd name="connsiteY18" fmla="*/ 6323918 h 7004830"/>
              <a:gd name="connsiteX19" fmla="*/ 744534 w 42198532"/>
              <a:gd name="connsiteY19" fmla="*/ 6531309 h 7004830"/>
              <a:gd name="connsiteX20" fmla="*/ 744534 w 42198532"/>
              <a:gd name="connsiteY20" fmla="*/ 6185131 h 7004830"/>
              <a:gd name="connsiteX21" fmla="*/ 873093 w 42198532"/>
              <a:gd name="connsiteY21" fmla="*/ 6085772 h 7004830"/>
              <a:gd name="connsiteX22" fmla="*/ 1106548 w 42198532"/>
              <a:gd name="connsiteY22" fmla="*/ 5904403 h 7004830"/>
              <a:gd name="connsiteX23" fmla="*/ 1739875 w 42198532"/>
              <a:gd name="connsiteY23" fmla="*/ 5788484 h 7004830"/>
              <a:gd name="connsiteX24" fmla="*/ 1726467 w 42198532"/>
              <a:gd name="connsiteY24" fmla="*/ 5794792 h 7004830"/>
              <a:gd name="connsiteX25" fmla="*/ 1739875 w 42198532"/>
              <a:gd name="connsiteY25" fmla="*/ 5788484 h 7004830"/>
              <a:gd name="connsiteX26" fmla="*/ 1488280 w 42198532"/>
              <a:gd name="connsiteY26" fmla="*/ 5613423 h 7004830"/>
              <a:gd name="connsiteX27" fmla="*/ 1726467 w 42198532"/>
              <a:gd name="connsiteY27" fmla="*/ 5794792 h 7004830"/>
              <a:gd name="connsiteX28" fmla="*/ 1853448 w 42198532"/>
              <a:gd name="connsiteY28" fmla="*/ 5890997 h 7004830"/>
              <a:gd name="connsiteX29" fmla="*/ 1489068 w 42198532"/>
              <a:gd name="connsiteY29" fmla="*/ 6174091 h 7004830"/>
              <a:gd name="connsiteX30" fmla="*/ 1123900 w 42198532"/>
              <a:gd name="connsiteY30" fmla="*/ 5896517 h 7004830"/>
              <a:gd name="connsiteX31" fmla="*/ 1488280 w 42198532"/>
              <a:gd name="connsiteY31" fmla="*/ 5613423 h 7004830"/>
              <a:gd name="connsiteX32" fmla="*/ 359648 w 42198532"/>
              <a:gd name="connsiteY32" fmla="*/ 4965225 h 7004830"/>
              <a:gd name="connsiteX33" fmla="*/ 724817 w 42198532"/>
              <a:gd name="connsiteY33" fmla="*/ 5242799 h 7004830"/>
              <a:gd name="connsiteX34" fmla="*/ 487418 w 42198532"/>
              <a:gd name="connsiteY34" fmla="*/ 5426534 h 7004830"/>
              <a:gd name="connsiteX35" fmla="*/ 493727 w 42198532"/>
              <a:gd name="connsiteY35" fmla="*/ 5437574 h 7004830"/>
              <a:gd name="connsiteX36" fmla="*/ 733493 w 42198532"/>
              <a:gd name="connsiteY36" fmla="*/ 5252262 h 7004830"/>
              <a:gd name="connsiteX37" fmla="*/ 733493 w 42198532"/>
              <a:gd name="connsiteY37" fmla="*/ 5598440 h 7004830"/>
              <a:gd name="connsiteX38" fmla="*/ 633328 w 42198532"/>
              <a:gd name="connsiteY38" fmla="*/ 5675720 h 7004830"/>
              <a:gd name="connsiteX39" fmla="*/ 641215 w 42198532"/>
              <a:gd name="connsiteY39" fmla="*/ 5688337 h 7004830"/>
              <a:gd name="connsiteX40" fmla="*/ 737436 w 42198532"/>
              <a:gd name="connsiteY40" fmla="*/ 5613423 h 7004830"/>
              <a:gd name="connsiteX41" fmla="*/ 1102605 w 42198532"/>
              <a:gd name="connsiteY41" fmla="*/ 5890997 h 7004830"/>
              <a:gd name="connsiteX42" fmla="*/ 866783 w 42198532"/>
              <a:gd name="connsiteY42" fmla="*/ 6073943 h 7004830"/>
              <a:gd name="connsiteX43" fmla="*/ 873093 w 42198532"/>
              <a:gd name="connsiteY43" fmla="*/ 6085772 h 7004830"/>
              <a:gd name="connsiteX44" fmla="*/ 865994 w 42198532"/>
              <a:gd name="connsiteY44" fmla="*/ 6074732 h 7004830"/>
              <a:gd name="connsiteX45" fmla="*/ 738225 w 42198532"/>
              <a:gd name="connsiteY45" fmla="*/ 6174091 h 7004830"/>
              <a:gd name="connsiteX46" fmla="*/ 373056 w 42198532"/>
              <a:gd name="connsiteY46" fmla="*/ 5896517 h 7004830"/>
              <a:gd name="connsiteX47" fmla="*/ 640426 w 42198532"/>
              <a:gd name="connsiteY47" fmla="*/ 5689125 h 7004830"/>
              <a:gd name="connsiteX48" fmla="*/ 633328 w 42198532"/>
              <a:gd name="connsiteY48" fmla="*/ 5676508 h 7004830"/>
              <a:gd name="connsiteX49" fmla="*/ 371479 w 42198532"/>
              <a:gd name="connsiteY49" fmla="*/ 5879169 h 7004830"/>
              <a:gd name="connsiteX50" fmla="*/ 371479 w 42198532"/>
              <a:gd name="connsiteY50" fmla="*/ 5532990 h 7004830"/>
              <a:gd name="connsiteX51" fmla="*/ 493727 w 42198532"/>
              <a:gd name="connsiteY51" fmla="*/ 5438362 h 7004830"/>
              <a:gd name="connsiteX52" fmla="*/ 486629 w 42198532"/>
              <a:gd name="connsiteY52" fmla="*/ 5426534 h 7004830"/>
              <a:gd name="connsiteX53" fmla="*/ 365169 w 42198532"/>
              <a:gd name="connsiteY53" fmla="*/ 5521161 h 7004830"/>
              <a:gd name="connsiteX54" fmla="*/ 0 w 42198532"/>
              <a:gd name="connsiteY54" fmla="*/ 5243588 h 7004830"/>
              <a:gd name="connsiteX55" fmla="*/ 359648 w 42198532"/>
              <a:gd name="connsiteY55" fmla="*/ 4965225 h 7004830"/>
              <a:gd name="connsiteX56" fmla="*/ 1106548 w 42198532"/>
              <a:gd name="connsiteY56" fmla="*/ 4604852 h 7004830"/>
              <a:gd name="connsiteX57" fmla="*/ 1106548 w 42198532"/>
              <a:gd name="connsiteY57" fmla="*/ 4951031 h 7004830"/>
              <a:gd name="connsiteX58" fmla="*/ 1018214 w 42198532"/>
              <a:gd name="connsiteY58" fmla="*/ 5019636 h 7004830"/>
              <a:gd name="connsiteX59" fmla="*/ 1025312 w 42198532"/>
              <a:gd name="connsiteY59" fmla="*/ 5030676 h 7004830"/>
              <a:gd name="connsiteX60" fmla="*/ 1017425 w 42198532"/>
              <a:gd name="connsiteY60" fmla="*/ 5020424 h 7004830"/>
              <a:gd name="connsiteX61" fmla="*/ 744534 w 42198532"/>
              <a:gd name="connsiteY61" fmla="*/ 5231759 h 7004830"/>
              <a:gd name="connsiteX62" fmla="*/ 744534 w 42198532"/>
              <a:gd name="connsiteY62" fmla="*/ 4885580 h 7004830"/>
              <a:gd name="connsiteX63" fmla="*/ 856530 w 42198532"/>
              <a:gd name="connsiteY63" fmla="*/ 4798050 h 7004830"/>
              <a:gd name="connsiteX64" fmla="*/ 849432 w 42198532"/>
              <a:gd name="connsiteY64" fmla="*/ 4787799 h 7004830"/>
              <a:gd name="connsiteX65" fmla="*/ 857319 w 42198532"/>
              <a:gd name="connsiteY65" fmla="*/ 4798050 h 7004830"/>
              <a:gd name="connsiteX66" fmla="*/ 1106548 w 42198532"/>
              <a:gd name="connsiteY66" fmla="*/ 4604852 h 7004830"/>
              <a:gd name="connsiteX67" fmla="*/ 737436 w 42198532"/>
              <a:gd name="connsiteY67" fmla="*/ 4313873 h 7004830"/>
              <a:gd name="connsiteX68" fmla="*/ 1102605 w 42198532"/>
              <a:gd name="connsiteY68" fmla="*/ 4591447 h 7004830"/>
              <a:gd name="connsiteX69" fmla="*/ 849432 w 42198532"/>
              <a:gd name="connsiteY69" fmla="*/ 4787799 h 7004830"/>
              <a:gd name="connsiteX70" fmla="*/ 738225 w 42198532"/>
              <a:gd name="connsiteY70" fmla="*/ 4873752 h 7004830"/>
              <a:gd name="connsiteX71" fmla="*/ 373056 w 42198532"/>
              <a:gd name="connsiteY71" fmla="*/ 4596178 h 7004830"/>
              <a:gd name="connsiteX72" fmla="*/ 737436 w 42198532"/>
              <a:gd name="connsiteY72" fmla="*/ 4313873 h 7004830"/>
              <a:gd name="connsiteX73" fmla="*/ 1115224 w 42198532"/>
              <a:gd name="connsiteY73" fmla="*/ 3661732 h 7004830"/>
              <a:gd name="connsiteX74" fmla="*/ 1125477 w 42198532"/>
              <a:gd name="connsiteY74" fmla="*/ 3669618 h 7004830"/>
              <a:gd name="connsiteX75" fmla="*/ 1480393 w 42198532"/>
              <a:gd name="connsiteY75" fmla="*/ 3939306 h 7004830"/>
              <a:gd name="connsiteX76" fmla="*/ 1116013 w 42198532"/>
              <a:gd name="connsiteY76" fmla="*/ 4222399 h 7004830"/>
              <a:gd name="connsiteX77" fmla="*/ 750844 w 42198532"/>
              <a:gd name="connsiteY77" fmla="*/ 3944037 h 7004830"/>
              <a:gd name="connsiteX78" fmla="*/ 1115224 w 42198532"/>
              <a:gd name="connsiteY78" fmla="*/ 3661732 h 7004830"/>
              <a:gd name="connsiteX79" fmla="*/ 1480393 w 42198532"/>
              <a:gd name="connsiteY79" fmla="*/ 2656315 h 7004830"/>
              <a:gd name="connsiteX80" fmla="*/ 1480393 w 42198532"/>
              <a:gd name="connsiteY80" fmla="*/ 3002494 h 7004830"/>
              <a:gd name="connsiteX81" fmla="*/ 1386537 w 42198532"/>
              <a:gd name="connsiteY81" fmla="*/ 3075042 h 7004830"/>
              <a:gd name="connsiteX82" fmla="*/ 1392847 w 42198532"/>
              <a:gd name="connsiteY82" fmla="*/ 3086870 h 7004830"/>
              <a:gd name="connsiteX83" fmla="*/ 1385748 w 42198532"/>
              <a:gd name="connsiteY83" fmla="*/ 3075830 h 7004830"/>
              <a:gd name="connsiteX84" fmla="*/ 1118379 w 42198532"/>
              <a:gd name="connsiteY84" fmla="*/ 3283222 h 7004830"/>
              <a:gd name="connsiteX85" fmla="*/ 1118379 w 42198532"/>
              <a:gd name="connsiteY85" fmla="*/ 2937043 h 7004830"/>
              <a:gd name="connsiteX86" fmla="*/ 1246148 w 42198532"/>
              <a:gd name="connsiteY86" fmla="*/ 2837685 h 7004830"/>
              <a:gd name="connsiteX87" fmla="*/ 1239839 w 42198532"/>
              <a:gd name="connsiteY87" fmla="*/ 2825856 h 7004830"/>
              <a:gd name="connsiteX88" fmla="*/ 1246937 w 42198532"/>
              <a:gd name="connsiteY88" fmla="*/ 2836896 h 7004830"/>
              <a:gd name="connsiteX89" fmla="*/ 1480393 w 42198532"/>
              <a:gd name="connsiteY89" fmla="*/ 2656315 h 7004830"/>
              <a:gd name="connsiteX90" fmla="*/ 732704 w 42198532"/>
              <a:gd name="connsiteY90" fmla="*/ 1716349 h 7004830"/>
              <a:gd name="connsiteX91" fmla="*/ 1097873 w 42198532"/>
              <a:gd name="connsiteY91" fmla="*/ 1993923 h 7004830"/>
              <a:gd name="connsiteX92" fmla="*/ 860473 w 42198532"/>
              <a:gd name="connsiteY92" fmla="*/ 2177658 h 7004830"/>
              <a:gd name="connsiteX93" fmla="*/ 867572 w 42198532"/>
              <a:gd name="connsiteY93" fmla="*/ 2189486 h 7004830"/>
              <a:gd name="connsiteX94" fmla="*/ 1106548 w 42198532"/>
              <a:gd name="connsiteY94" fmla="*/ 2003386 h 7004830"/>
              <a:gd name="connsiteX95" fmla="*/ 1106548 w 42198532"/>
              <a:gd name="connsiteY95" fmla="*/ 2350353 h 7004830"/>
              <a:gd name="connsiteX96" fmla="*/ 1007172 w 42198532"/>
              <a:gd name="connsiteY96" fmla="*/ 2427632 h 7004830"/>
              <a:gd name="connsiteX97" fmla="*/ 1014270 w 42198532"/>
              <a:gd name="connsiteY97" fmla="*/ 2440249 h 7004830"/>
              <a:gd name="connsiteX98" fmla="*/ 1110492 w 42198532"/>
              <a:gd name="connsiteY98" fmla="*/ 2365336 h 7004830"/>
              <a:gd name="connsiteX99" fmla="*/ 1475660 w 42198532"/>
              <a:gd name="connsiteY99" fmla="*/ 2642910 h 7004830"/>
              <a:gd name="connsiteX100" fmla="*/ 1239839 w 42198532"/>
              <a:gd name="connsiteY100" fmla="*/ 2825856 h 7004830"/>
              <a:gd name="connsiteX101" fmla="*/ 1112069 w 42198532"/>
              <a:gd name="connsiteY101" fmla="*/ 2925215 h 7004830"/>
              <a:gd name="connsiteX102" fmla="*/ 746900 w 42198532"/>
              <a:gd name="connsiteY102" fmla="*/ 2647641 h 7004830"/>
              <a:gd name="connsiteX103" fmla="*/ 1013481 w 42198532"/>
              <a:gd name="connsiteY103" fmla="*/ 2440249 h 7004830"/>
              <a:gd name="connsiteX104" fmla="*/ 1006383 w 42198532"/>
              <a:gd name="connsiteY104" fmla="*/ 2427632 h 7004830"/>
              <a:gd name="connsiteX105" fmla="*/ 744534 w 42198532"/>
              <a:gd name="connsiteY105" fmla="*/ 2631081 h 7004830"/>
              <a:gd name="connsiteX106" fmla="*/ 744534 w 42198532"/>
              <a:gd name="connsiteY106" fmla="*/ 2284114 h 7004830"/>
              <a:gd name="connsiteX107" fmla="*/ 866783 w 42198532"/>
              <a:gd name="connsiteY107" fmla="*/ 2189486 h 7004830"/>
              <a:gd name="connsiteX108" fmla="*/ 860473 w 42198532"/>
              <a:gd name="connsiteY108" fmla="*/ 2178447 h 7004830"/>
              <a:gd name="connsiteX109" fmla="*/ 738225 w 42198532"/>
              <a:gd name="connsiteY109" fmla="*/ 2273074 h 7004830"/>
              <a:gd name="connsiteX110" fmla="*/ 373056 w 42198532"/>
              <a:gd name="connsiteY110" fmla="*/ 1995500 h 7004830"/>
              <a:gd name="connsiteX111" fmla="*/ 732704 w 42198532"/>
              <a:gd name="connsiteY111" fmla="*/ 1716349 h 7004830"/>
              <a:gd name="connsiteX112" fmla="*/ 1480393 w 42198532"/>
              <a:gd name="connsiteY112" fmla="*/ 1355976 h 7004830"/>
              <a:gd name="connsiteX113" fmla="*/ 1480393 w 42198532"/>
              <a:gd name="connsiteY113" fmla="*/ 1702944 h 7004830"/>
              <a:gd name="connsiteX114" fmla="*/ 1391269 w 42198532"/>
              <a:gd name="connsiteY114" fmla="*/ 1771549 h 7004830"/>
              <a:gd name="connsiteX115" fmla="*/ 1399156 w 42198532"/>
              <a:gd name="connsiteY115" fmla="*/ 1781800 h 7004830"/>
              <a:gd name="connsiteX116" fmla="*/ 1483547 w 42198532"/>
              <a:gd name="connsiteY116" fmla="*/ 1716349 h 7004830"/>
              <a:gd name="connsiteX117" fmla="*/ 1848716 w 42198532"/>
              <a:gd name="connsiteY117" fmla="*/ 1993923 h 7004830"/>
              <a:gd name="connsiteX118" fmla="*/ 1658639 w 42198532"/>
              <a:gd name="connsiteY118" fmla="*/ 2141384 h 7004830"/>
              <a:gd name="connsiteX119" fmla="*/ 1489068 w 42198532"/>
              <a:gd name="connsiteY119" fmla="*/ 2273074 h 7004830"/>
              <a:gd name="connsiteX120" fmla="*/ 1123900 w 42198532"/>
              <a:gd name="connsiteY120" fmla="*/ 1995500 h 7004830"/>
              <a:gd name="connsiteX121" fmla="*/ 1398368 w 42198532"/>
              <a:gd name="connsiteY121" fmla="*/ 1782588 h 7004830"/>
              <a:gd name="connsiteX122" fmla="*/ 1390481 w 42198532"/>
              <a:gd name="connsiteY122" fmla="*/ 1771549 h 7004830"/>
              <a:gd name="connsiteX123" fmla="*/ 1118379 w 42198532"/>
              <a:gd name="connsiteY123" fmla="*/ 1982883 h 7004830"/>
              <a:gd name="connsiteX124" fmla="*/ 1118379 w 42198532"/>
              <a:gd name="connsiteY124" fmla="*/ 1636704 h 7004830"/>
              <a:gd name="connsiteX125" fmla="*/ 1230374 w 42198532"/>
              <a:gd name="connsiteY125" fmla="*/ 1549963 h 7004830"/>
              <a:gd name="connsiteX126" fmla="*/ 1480393 w 42198532"/>
              <a:gd name="connsiteY126" fmla="*/ 1355976 h 7004830"/>
              <a:gd name="connsiteX127" fmla="*/ 1110492 w 42198532"/>
              <a:gd name="connsiteY127" fmla="*/ 1064997 h 7004830"/>
              <a:gd name="connsiteX128" fmla="*/ 1475660 w 42198532"/>
              <a:gd name="connsiteY128" fmla="*/ 1342571 h 7004830"/>
              <a:gd name="connsiteX129" fmla="*/ 1223276 w 42198532"/>
              <a:gd name="connsiteY129" fmla="*/ 1538923 h 7004830"/>
              <a:gd name="connsiteX130" fmla="*/ 1230374 w 42198532"/>
              <a:gd name="connsiteY130" fmla="*/ 1549963 h 7004830"/>
              <a:gd name="connsiteX131" fmla="*/ 1222487 w 42198532"/>
              <a:gd name="connsiteY131" fmla="*/ 1539711 h 7004830"/>
              <a:gd name="connsiteX132" fmla="*/ 1112069 w 42198532"/>
              <a:gd name="connsiteY132" fmla="*/ 1625665 h 7004830"/>
              <a:gd name="connsiteX133" fmla="*/ 746900 w 42198532"/>
              <a:gd name="connsiteY133" fmla="*/ 1348091 h 7004830"/>
              <a:gd name="connsiteX134" fmla="*/ 1110492 w 42198532"/>
              <a:gd name="connsiteY134" fmla="*/ 1064997 h 7004830"/>
              <a:gd name="connsiteX135" fmla="*/ 1488280 w 42198532"/>
              <a:gd name="connsiteY135" fmla="*/ 413645 h 7004830"/>
              <a:gd name="connsiteX136" fmla="*/ 1498533 w 42198532"/>
              <a:gd name="connsiteY136" fmla="*/ 421530 h 7004830"/>
              <a:gd name="connsiteX137" fmla="*/ 1853448 w 42198532"/>
              <a:gd name="connsiteY137" fmla="*/ 691218 h 7004830"/>
              <a:gd name="connsiteX138" fmla="*/ 1489068 w 42198532"/>
              <a:gd name="connsiteY138" fmla="*/ 973524 h 7004830"/>
              <a:gd name="connsiteX139" fmla="*/ 1123900 w 42198532"/>
              <a:gd name="connsiteY139" fmla="*/ 695950 h 7004830"/>
              <a:gd name="connsiteX140" fmla="*/ 1488280 w 42198532"/>
              <a:gd name="connsiteY140" fmla="*/ 413645 h 7004830"/>
              <a:gd name="connsiteX141" fmla="*/ 1493012 w 42198532"/>
              <a:gd name="connsiteY141" fmla="*/ 117464 h 7004830"/>
              <a:gd name="connsiteX142" fmla="*/ 42118086 w 42198532"/>
              <a:gd name="connsiteY142" fmla="*/ 0 h 7004830"/>
              <a:gd name="connsiteX143" fmla="*/ 42198532 w 42198532"/>
              <a:gd name="connsiteY143" fmla="*/ 7004830 h 7004830"/>
              <a:gd name="connsiteX144" fmla="*/ 843615 w 42198532"/>
              <a:gd name="connsiteY144" fmla="*/ 6975464 h 7004830"/>
              <a:gd name="connsiteX145" fmla="*/ 810785 w 42198532"/>
              <a:gd name="connsiteY145" fmla="*/ 6950504 h 7004830"/>
              <a:gd name="connsiteX146" fmla="*/ 746900 w 42198532"/>
              <a:gd name="connsiteY146" fmla="*/ 6901934 h 7004830"/>
              <a:gd name="connsiteX147" fmla="*/ 746900 w 42198532"/>
              <a:gd name="connsiteY147" fmla="*/ 6547081 h 7004830"/>
              <a:gd name="connsiteX148" fmla="*/ 1019002 w 42198532"/>
              <a:gd name="connsiteY148" fmla="*/ 6335746 h 7004830"/>
              <a:gd name="connsiteX149" fmla="*/ 1012693 w 42198532"/>
              <a:gd name="connsiteY149" fmla="*/ 6323918 h 7004830"/>
              <a:gd name="connsiteX150" fmla="*/ 1019791 w 42198532"/>
              <a:gd name="connsiteY150" fmla="*/ 6334957 h 7004830"/>
              <a:gd name="connsiteX151" fmla="*/ 1110492 w 42198532"/>
              <a:gd name="connsiteY151" fmla="*/ 6264775 h 7004830"/>
              <a:gd name="connsiteX152" fmla="*/ 1489068 w 42198532"/>
              <a:gd name="connsiteY152" fmla="*/ 6553389 h 7004830"/>
              <a:gd name="connsiteX153" fmla="*/ 1870800 w 42198532"/>
              <a:gd name="connsiteY153" fmla="*/ 6257678 h 7004830"/>
              <a:gd name="connsiteX154" fmla="*/ 1870800 w 42198532"/>
              <a:gd name="connsiteY154" fmla="*/ 6139394 h 7004830"/>
              <a:gd name="connsiteX155" fmla="*/ 1857392 w 42198532"/>
              <a:gd name="connsiteY155" fmla="*/ 6144914 h 7004830"/>
              <a:gd name="connsiteX156" fmla="*/ 1857392 w 42198532"/>
              <a:gd name="connsiteY156" fmla="*/ 6251370 h 7004830"/>
              <a:gd name="connsiteX157" fmla="*/ 1495378 w 42198532"/>
              <a:gd name="connsiteY157" fmla="*/ 6531309 h 7004830"/>
              <a:gd name="connsiteX158" fmla="*/ 1495378 w 42198532"/>
              <a:gd name="connsiteY158" fmla="*/ 6185131 h 7004830"/>
              <a:gd name="connsiteX159" fmla="*/ 1857392 w 42198532"/>
              <a:gd name="connsiteY159" fmla="*/ 5904403 h 7004830"/>
              <a:gd name="connsiteX160" fmla="*/ 1857392 w 42198532"/>
              <a:gd name="connsiteY160" fmla="*/ 6144125 h 7004830"/>
              <a:gd name="connsiteX161" fmla="*/ 1870800 w 42198532"/>
              <a:gd name="connsiteY161" fmla="*/ 6138605 h 7004830"/>
              <a:gd name="connsiteX162" fmla="*/ 1870800 w 42198532"/>
              <a:gd name="connsiteY162" fmla="*/ 5887843 h 7004830"/>
              <a:gd name="connsiteX163" fmla="*/ 1739875 w 42198532"/>
              <a:gd name="connsiteY163" fmla="*/ 5788484 h 7004830"/>
              <a:gd name="connsiteX164" fmla="*/ 1497744 w 42198532"/>
              <a:gd name="connsiteY164" fmla="*/ 5604749 h 7004830"/>
              <a:gd name="connsiteX165" fmla="*/ 1497744 w 42198532"/>
              <a:gd name="connsiteY165" fmla="*/ 5424957 h 7004830"/>
              <a:gd name="connsiteX166" fmla="*/ 1484336 w 42198532"/>
              <a:gd name="connsiteY166" fmla="*/ 5427322 h 7004830"/>
              <a:gd name="connsiteX167" fmla="*/ 1484336 w 42198532"/>
              <a:gd name="connsiteY167" fmla="*/ 5598440 h 7004830"/>
              <a:gd name="connsiteX168" fmla="*/ 1122322 w 42198532"/>
              <a:gd name="connsiteY168" fmla="*/ 5879169 h 7004830"/>
              <a:gd name="connsiteX169" fmla="*/ 1122322 w 42198532"/>
              <a:gd name="connsiteY169" fmla="*/ 5532990 h 7004830"/>
              <a:gd name="connsiteX170" fmla="*/ 1292682 w 42198532"/>
              <a:gd name="connsiteY170" fmla="*/ 5400511 h 7004830"/>
              <a:gd name="connsiteX171" fmla="*/ 1285583 w 42198532"/>
              <a:gd name="connsiteY171" fmla="*/ 5390260 h 7004830"/>
              <a:gd name="connsiteX172" fmla="*/ 1116013 w 42198532"/>
              <a:gd name="connsiteY172" fmla="*/ 5521161 h 7004830"/>
              <a:gd name="connsiteX173" fmla="*/ 750844 w 42198532"/>
              <a:gd name="connsiteY173" fmla="*/ 5243588 h 7004830"/>
              <a:gd name="connsiteX174" fmla="*/ 1025312 w 42198532"/>
              <a:gd name="connsiteY174" fmla="*/ 5030676 h 7004830"/>
              <a:gd name="connsiteX175" fmla="*/ 1110492 w 42198532"/>
              <a:gd name="connsiteY175" fmla="*/ 4965225 h 7004830"/>
              <a:gd name="connsiteX176" fmla="*/ 1475660 w 42198532"/>
              <a:gd name="connsiteY176" fmla="*/ 5242799 h 7004830"/>
              <a:gd name="connsiteX177" fmla="*/ 1285583 w 42198532"/>
              <a:gd name="connsiteY177" fmla="*/ 5389472 h 7004830"/>
              <a:gd name="connsiteX178" fmla="*/ 1293470 w 42198532"/>
              <a:gd name="connsiteY178" fmla="*/ 5400511 h 7004830"/>
              <a:gd name="connsiteX179" fmla="*/ 1484336 w 42198532"/>
              <a:gd name="connsiteY179" fmla="*/ 5252262 h 7004830"/>
              <a:gd name="connsiteX180" fmla="*/ 1484336 w 42198532"/>
              <a:gd name="connsiteY180" fmla="*/ 5426534 h 7004830"/>
              <a:gd name="connsiteX181" fmla="*/ 1497744 w 42198532"/>
              <a:gd name="connsiteY181" fmla="*/ 5424168 h 7004830"/>
              <a:gd name="connsiteX182" fmla="*/ 1497744 w 42198532"/>
              <a:gd name="connsiteY182" fmla="*/ 5246742 h 7004830"/>
              <a:gd name="connsiteX183" fmla="*/ 1513518 w 42198532"/>
              <a:gd name="connsiteY183" fmla="*/ 5234125 h 7004830"/>
              <a:gd name="connsiteX184" fmla="*/ 1513518 w 42198532"/>
              <a:gd name="connsiteY184" fmla="*/ 5217565 h 7004830"/>
              <a:gd name="connsiteX185" fmla="*/ 1495378 w 42198532"/>
              <a:gd name="connsiteY185" fmla="*/ 5231759 h 7004830"/>
              <a:gd name="connsiteX186" fmla="*/ 1495378 w 42198532"/>
              <a:gd name="connsiteY186" fmla="*/ 4885580 h 7004830"/>
              <a:gd name="connsiteX187" fmla="*/ 1513518 w 42198532"/>
              <a:gd name="connsiteY187" fmla="*/ 4871386 h 7004830"/>
              <a:gd name="connsiteX188" fmla="*/ 1513518 w 42198532"/>
              <a:gd name="connsiteY188" fmla="*/ 4854826 h 7004830"/>
              <a:gd name="connsiteX189" fmla="*/ 1489068 w 42198532"/>
              <a:gd name="connsiteY189" fmla="*/ 4873752 h 7004830"/>
              <a:gd name="connsiteX190" fmla="*/ 1123900 w 42198532"/>
              <a:gd name="connsiteY190" fmla="*/ 4596178 h 7004830"/>
              <a:gd name="connsiteX191" fmla="*/ 1488280 w 42198532"/>
              <a:gd name="connsiteY191" fmla="*/ 4313873 h 7004830"/>
              <a:gd name="connsiteX192" fmla="*/ 1853448 w 42198532"/>
              <a:gd name="connsiteY192" fmla="*/ 4591447 h 7004830"/>
              <a:gd name="connsiteX193" fmla="*/ 1514307 w 42198532"/>
              <a:gd name="connsiteY193" fmla="*/ 4854826 h 7004830"/>
              <a:gd name="connsiteX194" fmla="*/ 1514307 w 42198532"/>
              <a:gd name="connsiteY194" fmla="*/ 4870598 h 7004830"/>
              <a:gd name="connsiteX195" fmla="*/ 1857392 w 42198532"/>
              <a:gd name="connsiteY195" fmla="*/ 4604852 h 7004830"/>
              <a:gd name="connsiteX196" fmla="*/ 1857392 w 42198532"/>
              <a:gd name="connsiteY196" fmla="*/ 4951031 h 7004830"/>
              <a:gd name="connsiteX197" fmla="*/ 1514307 w 42198532"/>
              <a:gd name="connsiteY197" fmla="*/ 5217565 h 7004830"/>
              <a:gd name="connsiteX198" fmla="*/ 1514307 w 42198532"/>
              <a:gd name="connsiteY198" fmla="*/ 5234125 h 7004830"/>
              <a:gd name="connsiteX199" fmla="*/ 1870800 w 42198532"/>
              <a:gd name="connsiteY199" fmla="*/ 4957339 h 7004830"/>
              <a:gd name="connsiteX200" fmla="*/ 1870800 w 42198532"/>
              <a:gd name="connsiteY200" fmla="*/ 4588292 h 7004830"/>
              <a:gd name="connsiteX201" fmla="*/ 1497744 w 42198532"/>
              <a:gd name="connsiteY201" fmla="*/ 4304410 h 7004830"/>
              <a:gd name="connsiteX202" fmla="*/ 1497744 w 42198532"/>
              <a:gd name="connsiteY202" fmla="*/ 3956654 h 7004830"/>
              <a:gd name="connsiteX203" fmla="*/ 1484336 w 42198532"/>
              <a:gd name="connsiteY203" fmla="*/ 3966905 h 7004830"/>
              <a:gd name="connsiteX204" fmla="*/ 1484336 w 42198532"/>
              <a:gd name="connsiteY204" fmla="*/ 4299679 h 7004830"/>
              <a:gd name="connsiteX205" fmla="*/ 1122322 w 42198532"/>
              <a:gd name="connsiteY205" fmla="*/ 4579618 h 7004830"/>
              <a:gd name="connsiteX206" fmla="*/ 1122322 w 42198532"/>
              <a:gd name="connsiteY206" fmla="*/ 4233439 h 7004830"/>
              <a:gd name="connsiteX207" fmla="*/ 1484336 w 42198532"/>
              <a:gd name="connsiteY207" fmla="*/ 3952712 h 7004830"/>
              <a:gd name="connsiteX208" fmla="*/ 1484336 w 42198532"/>
              <a:gd name="connsiteY208" fmla="*/ 3966117 h 7004830"/>
              <a:gd name="connsiteX209" fmla="*/ 1497744 w 42198532"/>
              <a:gd name="connsiteY209" fmla="*/ 3955866 h 7004830"/>
              <a:gd name="connsiteX210" fmla="*/ 1497744 w 42198532"/>
              <a:gd name="connsiteY210" fmla="*/ 3936152 h 7004830"/>
              <a:gd name="connsiteX211" fmla="*/ 1136519 w 42198532"/>
              <a:gd name="connsiteY211" fmla="*/ 3661732 h 7004830"/>
              <a:gd name="connsiteX212" fmla="*/ 1125477 w 42198532"/>
              <a:gd name="connsiteY212" fmla="*/ 3669618 h 7004830"/>
              <a:gd name="connsiteX213" fmla="*/ 1135730 w 42198532"/>
              <a:gd name="connsiteY213" fmla="*/ 3660943 h 7004830"/>
              <a:gd name="connsiteX214" fmla="*/ 1119956 w 42198532"/>
              <a:gd name="connsiteY214" fmla="*/ 3649115 h 7004830"/>
              <a:gd name="connsiteX215" fmla="*/ 1119956 w 42198532"/>
              <a:gd name="connsiteY215" fmla="*/ 3637286 h 7004830"/>
              <a:gd name="connsiteX216" fmla="*/ 1106548 w 42198532"/>
              <a:gd name="connsiteY216" fmla="*/ 3637286 h 7004830"/>
              <a:gd name="connsiteX217" fmla="*/ 1106548 w 42198532"/>
              <a:gd name="connsiteY217" fmla="*/ 3649903 h 7004830"/>
              <a:gd name="connsiteX218" fmla="*/ 744534 w 42198532"/>
              <a:gd name="connsiteY218" fmla="*/ 3929843 h 7004830"/>
              <a:gd name="connsiteX219" fmla="*/ 744534 w 42198532"/>
              <a:gd name="connsiteY219" fmla="*/ 3612841 h 7004830"/>
              <a:gd name="connsiteX220" fmla="*/ 744534 w 42198532"/>
              <a:gd name="connsiteY220" fmla="*/ 3584453 h 7004830"/>
              <a:gd name="connsiteX221" fmla="*/ 1106548 w 42198532"/>
              <a:gd name="connsiteY221" fmla="*/ 3303725 h 7004830"/>
              <a:gd name="connsiteX222" fmla="*/ 1106548 w 42198532"/>
              <a:gd name="connsiteY222" fmla="*/ 3617573 h 7004830"/>
              <a:gd name="connsiteX223" fmla="*/ 1106548 w 42198532"/>
              <a:gd name="connsiteY223" fmla="*/ 3636498 h 7004830"/>
              <a:gd name="connsiteX224" fmla="*/ 1119956 w 42198532"/>
              <a:gd name="connsiteY224" fmla="*/ 3636498 h 7004830"/>
              <a:gd name="connsiteX225" fmla="*/ 1119956 w 42198532"/>
              <a:gd name="connsiteY225" fmla="*/ 3298205 h 7004830"/>
              <a:gd name="connsiteX226" fmla="*/ 1392847 w 42198532"/>
              <a:gd name="connsiteY226" fmla="*/ 3086870 h 7004830"/>
              <a:gd name="connsiteX227" fmla="*/ 1483547 w 42198532"/>
              <a:gd name="connsiteY227" fmla="*/ 3016688 h 7004830"/>
              <a:gd name="connsiteX228" fmla="*/ 1862913 w 42198532"/>
              <a:gd name="connsiteY228" fmla="*/ 3304513 h 7004830"/>
              <a:gd name="connsiteX229" fmla="*/ 2243855 w 42198532"/>
              <a:gd name="connsiteY229" fmla="*/ 3008803 h 7004830"/>
              <a:gd name="connsiteX230" fmla="*/ 2243855 w 42198532"/>
              <a:gd name="connsiteY230" fmla="*/ 2891307 h 7004830"/>
              <a:gd name="connsiteX231" fmla="*/ 2231236 w 42198532"/>
              <a:gd name="connsiteY231" fmla="*/ 2896827 h 7004830"/>
              <a:gd name="connsiteX232" fmla="*/ 2231236 w 42198532"/>
              <a:gd name="connsiteY232" fmla="*/ 3002494 h 7004830"/>
              <a:gd name="connsiteX233" fmla="*/ 1869222 w 42198532"/>
              <a:gd name="connsiteY233" fmla="*/ 3283222 h 7004830"/>
              <a:gd name="connsiteX234" fmla="*/ 1869222 w 42198532"/>
              <a:gd name="connsiteY234" fmla="*/ 2937043 h 7004830"/>
              <a:gd name="connsiteX235" fmla="*/ 2231236 w 42198532"/>
              <a:gd name="connsiteY235" fmla="*/ 2656315 h 7004830"/>
              <a:gd name="connsiteX236" fmla="*/ 2231236 w 42198532"/>
              <a:gd name="connsiteY236" fmla="*/ 2896038 h 7004830"/>
              <a:gd name="connsiteX237" fmla="*/ 2243855 w 42198532"/>
              <a:gd name="connsiteY237" fmla="*/ 2890518 h 7004830"/>
              <a:gd name="connsiteX238" fmla="*/ 2243855 w 42198532"/>
              <a:gd name="connsiteY238" fmla="*/ 2639755 h 7004830"/>
              <a:gd name="connsiteX239" fmla="*/ 2113720 w 42198532"/>
              <a:gd name="connsiteY239" fmla="*/ 2540397 h 7004830"/>
              <a:gd name="connsiteX240" fmla="*/ 2100312 w 42198532"/>
              <a:gd name="connsiteY240" fmla="*/ 2546705 h 7004830"/>
              <a:gd name="connsiteX241" fmla="*/ 2226503 w 42198532"/>
              <a:gd name="connsiteY241" fmla="*/ 2642910 h 7004830"/>
              <a:gd name="connsiteX242" fmla="*/ 1862124 w 42198532"/>
              <a:gd name="connsiteY242" fmla="*/ 2925215 h 7004830"/>
              <a:gd name="connsiteX243" fmla="*/ 1496955 w 42198532"/>
              <a:gd name="connsiteY243" fmla="*/ 2647641 h 7004830"/>
              <a:gd name="connsiteX244" fmla="*/ 1861335 w 42198532"/>
              <a:gd name="connsiteY244" fmla="*/ 2365336 h 7004830"/>
              <a:gd name="connsiteX245" fmla="*/ 2099523 w 42198532"/>
              <a:gd name="connsiteY245" fmla="*/ 2545916 h 7004830"/>
              <a:gd name="connsiteX246" fmla="*/ 2112931 w 42198532"/>
              <a:gd name="connsiteY246" fmla="*/ 2539608 h 7004830"/>
              <a:gd name="connsiteX247" fmla="*/ 1870800 w 42198532"/>
              <a:gd name="connsiteY247" fmla="*/ 2355873 h 7004830"/>
              <a:gd name="connsiteX248" fmla="*/ 1870800 w 42198532"/>
              <a:gd name="connsiteY248" fmla="*/ 2176869 h 7004830"/>
              <a:gd name="connsiteX249" fmla="*/ 1857392 w 42198532"/>
              <a:gd name="connsiteY249" fmla="*/ 2178447 h 7004830"/>
              <a:gd name="connsiteX250" fmla="*/ 1857392 w 42198532"/>
              <a:gd name="connsiteY250" fmla="*/ 2350353 h 7004830"/>
              <a:gd name="connsiteX251" fmla="*/ 1496167 w 42198532"/>
              <a:gd name="connsiteY251" fmla="*/ 2631081 h 7004830"/>
              <a:gd name="connsiteX252" fmla="*/ 1496167 w 42198532"/>
              <a:gd name="connsiteY252" fmla="*/ 2284114 h 7004830"/>
              <a:gd name="connsiteX253" fmla="*/ 1666526 w 42198532"/>
              <a:gd name="connsiteY253" fmla="*/ 2152424 h 7004830"/>
              <a:gd name="connsiteX254" fmla="*/ 1658639 w 42198532"/>
              <a:gd name="connsiteY254" fmla="*/ 2141384 h 7004830"/>
              <a:gd name="connsiteX255" fmla="*/ 1666526 w 42198532"/>
              <a:gd name="connsiteY255" fmla="*/ 2151636 h 7004830"/>
              <a:gd name="connsiteX256" fmla="*/ 1857392 w 42198532"/>
              <a:gd name="connsiteY256" fmla="*/ 2003386 h 7004830"/>
              <a:gd name="connsiteX257" fmla="*/ 1857392 w 42198532"/>
              <a:gd name="connsiteY257" fmla="*/ 2177658 h 7004830"/>
              <a:gd name="connsiteX258" fmla="*/ 1870800 w 42198532"/>
              <a:gd name="connsiteY258" fmla="*/ 2176081 h 7004830"/>
              <a:gd name="connsiteX259" fmla="*/ 1870800 w 42198532"/>
              <a:gd name="connsiteY259" fmla="*/ 1998654 h 7004830"/>
              <a:gd name="connsiteX260" fmla="*/ 1886574 w 42198532"/>
              <a:gd name="connsiteY260" fmla="*/ 1986037 h 7004830"/>
              <a:gd name="connsiteX261" fmla="*/ 1886574 w 42198532"/>
              <a:gd name="connsiteY261" fmla="*/ 1969478 h 7004830"/>
              <a:gd name="connsiteX262" fmla="*/ 1869222 w 42198532"/>
              <a:gd name="connsiteY262" fmla="*/ 1982883 h 7004830"/>
              <a:gd name="connsiteX263" fmla="*/ 1869222 w 42198532"/>
              <a:gd name="connsiteY263" fmla="*/ 1636704 h 7004830"/>
              <a:gd name="connsiteX264" fmla="*/ 1886574 w 42198532"/>
              <a:gd name="connsiteY264" fmla="*/ 1623299 h 7004830"/>
              <a:gd name="connsiteX265" fmla="*/ 1886574 w 42198532"/>
              <a:gd name="connsiteY265" fmla="*/ 1606739 h 7004830"/>
              <a:gd name="connsiteX266" fmla="*/ 1862124 w 42198532"/>
              <a:gd name="connsiteY266" fmla="*/ 1625665 h 7004830"/>
              <a:gd name="connsiteX267" fmla="*/ 1496955 w 42198532"/>
              <a:gd name="connsiteY267" fmla="*/ 1348091 h 7004830"/>
              <a:gd name="connsiteX268" fmla="*/ 1861335 w 42198532"/>
              <a:gd name="connsiteY268" fmla="*/ 1064997 h 7004830"/>
              <a:gd name="connsiteX269" fmla="*/ 2226503 w 42198532"/>
              <a:gd name="connsiteY269" fmla="*/ 1342571 h 7004830"/>
              <a:gd name="connsiteX270" fmla="*/ 1887362 w 42198532"/>
              <a:gd name="connsiteY270" fmla="*/ 1605951 h 7004830"/>
              <a:gd name="connsiteX271" fmla="*/ 1887362 w 42198532"/>
              <a:gd name="connsiteY271" fmla="*/ 1622510 h 7004830"/>
              <a:gd name="connsiteX272" fmla="*/ 2231236 w 42198532"/>
              <a:gd name="connsiteY272" fmla="*/ 1355976 h 7004830"/>
              <a:gd name="connsiteX273" fmla="*/ 2231236 w 42198532"/>
              <a:gd name="connsiteY273" fmla="*/ 1702944 h 7004830"/>
              <a:gd name="connsiteX274" fmla="*/ 1887362 w 42198532"/>
              <a:gd name="connsiteY274" fmla="*/ 1968689 h 7004830"/>
              <a:gd name="connsiteX275" fmla="*/ 1887362 w 42198532"/>
              <a:gd name="connsiteY275" fmla="*/ 1985249 h 7004830"/>
              <a:gd name="connsiteX276" fmla="*/ 2243855 w 42198532"/>
              <a:gd name="connsiteY276" fmla="*/ 1709252 h 7004830"/>
              <a:gd name="connsiteX277" fmla="*/ 2243855 w 42198532"/>
              <a:gd name="connsiteY277" fmla="*/ 1339416 h 7004830"/>
              <a:gd name="connsiteX278" fmla="*/ 1870800 w 42198532"/>
              <a:gd name="connsiteY278" fmla="*/ 1056323 h 7004830"/>
              <a:gd name="connsiteX279" fmla="*/ 1870800 w 42198532"/>
              <a:gd name="connsiteY279" fmla="*/ 707778 h 7004830"/>
              <a:gd name="connsiteX280" fmla="*/ 1857392 w 42198532"/>
              <a:gd name="connsiteY280" fmla="*/ 718030 h 7004830"/>
              <a:gd name="connsiteX281" fmla="*/ 1857392 w 42198532"/>
              <a:gd name="connsiteY281" fmla="*/ 1050803 h 7004830"/>
              <a:gd name="connsiteX282" fmla="*/ 1496167 w 42198532"/>
              <a:gd name="connsiteY282" fmla="*/ 1331531 h 7004830"/>
              <a:gd name="connsiteX283" fmla="*/ 1496167 w 42198532"/>
              <a:gd name="connsiteY283" fmla="*/ 985352 h 7004830"/>
              <a:gd name="connsiteX284" fmla="*/ 1857392 w 42198532"/>
              <a:gd name="connsiteY284" fmla="*/ 704624 h 7004830"/>
              <a:gd name="connsiteX285" fmla="*/ 1857392 w 42198532"/>
              <a:gd name="connsiteY285" fmla="*/ 717241 h 7004830"/>
              <a:gd name="connsiteX286" fmla="*/ 1870800 w 42198532"/>
              <a:gd name="connsiteY286" fmla="*/ 706990 h 7004830"/>
              <a:gd name="connsiteX287" fmla="*/ 1870800 w 42198532"/>
              <a:gd name="connsiteY287" fmla="*/ 688064 h 7004830"/>
              <a:gd name="connsiteX288" fmla="*/ 1509574 w 42198532"/>
              <a:gd name="connsiteY288" fmla="*/ 412856 h 7004830"/>
              <a:gd name="connsiteX289" fmla="*/ 1498533 w 42198532"/>
              <a:gd name="connsiteY289" fmla="*/ 421530 h 7004830"/>
              <a:gd name="connsiteX290" fmla="*/ 1508786 w 42198532"/>
              <a:gd name="connsiteY290" fmla="*/ 412856 h 7004830"/>
              <a:gd name="connsiteX291" fmla="*/ 1493012 w 42198532"/>
              <a:gd name="connsiteY291" fmla="*/ 401028 h 7004830"/>
              <a:gd name="connsiteX292" fmla="*/ 1493012 w 42198532"/>
              <a:gd name="connsiteY292" fmla="*/ 119417 h 7004830"/>
              <a:gd name="connsiteX293" fmla="*/ 1493012 w 42198532"/>
              <a:gd name="connsiteY293" fmla="*/ 117464 h 7004830"/>
              <a:gd name="connsiteX294" fmla="*/ 1398859 w 42198532"/>
              <a:gd name="connsiteY294" fmla="*/ 117464 h 7004830"/>
              <a:gd name="connsiteX295" fmla="*/ 1480393 w 42198532"/>
              <a:gd name="connsiteY295" fmla="*/ 117464 h 7004830"/>
              <a:gd name="connsiteX296" fmla="*/ 1480393 w 42198532"/>
              <a:gd name="connsiteY296" fmla="*/ 201868 h 7004830"/>
              <a:gd name="connsiteX297" fmla="*/ 1480393 w 42198532"/>
              <a:gd name="connsiteY297" fmla="*/ 401028 h 7004830"/>
              <a:gd name="connsiteX298" fmla="*/ 1118379 w 42198532"/>
              <a:gd name="connsiteY298" fmla="*/ 681756 h 7004830"/>
              <a:gd name="connsiteX299" fmla="*/ 1118379 w 42198532"/>
              <a:gd name="connsiteY299" fmla="*/ 335577 h 7004830"/>
              <a:gd name="connsiteX300" fmla="*/ 1379242 w 42198532"/>
              <a:gd name="connsiteY300" fmla="*/ 132719 h 7004830"/>
              <a:gd name="connsiteX301" fmla="*/ 1398859 w 42198532"/>
              <a:gd name="connsiteY301" fmla="*/ 117464 h 7004830"/>
              <a:gd name="connsiteX302" fmla="*/ 840168 w 42198532"/>
              <a:gd name="connsiteY302" fmla="*/ 117464 h 7004830"/>
              <a:gd name="connsiteX303" fmla="*/ 1377550 w 42198532"/>
              <a:gd name="connsiteY303" fmla="*/ 117464 h 7004830"/>
              <a:gd name="connsiteX304" fmla="*/ 1301753 w 42198532"/>
              <a:gd name="connsiteY304" fmla="*/ 176360 h 7004830"/>
              <a:gd name="connsiteX305" fmla="*/ 1112069 w 42198532"/>
              <a:gd name="connsiteY305" fmla="*/ 323748 h 7004830"/>
              <a:gd name="connsiteX306" fmla="*/ 857417 w 42198532"/>
              <a:gd name="connsiteY306" fmla="*/ 130551 h 7004830"/>
              <a:gd name="connsiteX307" fmla="*/ 840168 w 42198532"/>
              <a:gd name="connsiteY307" fmla="*/ 117464 h 7004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</a:cxnLst>
            <a:rect l="l" t="t" r="r" b="b"/>
            <a:pathLst>
              <a:path w="42198532" h="7004830">
                <a:moveTo>
                  <a:pt x="738225" y="6911396"/>
                </a:moveTo>
                <a:lnTo>
                  <a:pt x="814828" y="6969750"/>
                </a:lnTo>
                <a:lnTo>
                  <a:pt x="822329" y="6975464"/>
                </a:lnTo>
                <a:lnTo>
                  <a:pt x="655724" y="6975464"/>
                </a:lnTo>
                <a:lnTo>
                  <a:pt x="656989" y="6974481"/>
                </a:lnTo>
                <a:lnTo>
                  <a:pt x="738225" y="6911396"/>
                </a:lnTo>
                <a:close/>
                <a:moveTo>
                  <a:pt x="733493" y="6551812"/>
                </a:moveTo>
                <a:lnTo>
                  <a:pt x="733493" y="6897991"/>
                </a:lnTo>
                <a:lnTo>
                  <a:pt x="639637" y="6970539"/>
                </a:lnTo>
                <a:cubicBezTo>
                  <a:pt x="645158" y="6972116"/>
                  <a:pt x="650679" y="6972904"/>
                  <a:pt x="656989" y="6974481"/>
                </a:cubicBezTo>
                <a:cubicBezTo>
                  <a:pt x="650679" y="6973693"/>
                  <a:pt x="644369" y="6972116"/>
                  <a:pt x="638848" y="6971327"/>
                </a:cubicBezTo>
                <a:lnTo>
                  <a:pt x="633515" y="6975464"/>
                </a:lnTo>
                <a:lnTo>
                  <a:pt x="371479" y="6975464"/>
                </a:lnTo>
                <a:lnTo>
                  <a:pt x="371479" y="6917056"/>
                </a:lnTo>
                <a:lnTo>
                  <a:pt x="371479" y="6832540"/>
                </a:lnTo>
                <a:lnTo>
                  <a:pt x="733493" y="6551812"/>
                </a:lnTo>
                <a:close/>
                <a:moveTo>
                  <a:pt x="1106548" y="5904403"/>
                </a:moveTo>
                <a:lnTo>
                  <a:pt x="1106548" y="6251370"/>
                </a:lnTo>
                <a:lnTo>
                  <a:pt x="1012693" y="6323918"/>
                </a:lnTo>
                <a:lnTo>
                  <a:pt x="744534" y="6531309"/>
                </a:lnTo>
                <a:lnTo>
                  <a:pt x="744534" y="6185131"/>
                </a:lnTo>
                <a:lnTo>
                  <a:pt x="873093" y="6085772"/>
                </a:lnTo>
                <a:lnTo>
                  <a:pt x="1106548" y="5904403"/>
                </a:lnTo>
                <a:close/>
                <a:moveTo>
                  <a:pt x="1739875" y="5788484"/>
                </a:moveTo>
                <a:lnTo>
                  <a:pt x="1726467" y="5794792"/>
                </a:lnTo>
                <a:lnTo>
                  <a:pt x="1739875" y="5788484"/>
                </a:lnTo>
                <a:close/>
                <a:moveTo>
                  <a:pt x="1488280" y="5613423"/>
                </a:moveTo>
                <a:lnTo>
                  <a:pt x="1726467" y="5794792"/>
                </a:lnTo>
                <a:lnTo>
                  <a:pt x="1853448" y="5890997"/>
                </a:lnTo>
                <a:lnTo>
                  <a:pt x="1489068" y="6174091"/>
                </a:lnTo>
                <a:lnTo>
                  <a:pt x="1123900" y="5896517"/>
                </a:lnTo>
                <a:lnTo>
                  <a:pt x="1488280" y="5613423"/>
                </a:lnTo>
                <a:close/>
                <a:moveTo>
                  <a:pt x="359648" y="4965225"/>
                </a:moveTo>
                <a:lnTo>
                  <a:pt x="724817" y="5242799"/>
                </a:lnTo>
                <a:lnTo>
                  <a:pt x="487418" y="5426534"/>
                </a:lnTo>
                <a:lnTo>
                  <a:pt x="493727" y="5437574"/>
                </a:lnTo>
                <a:lnTo>
                  <a:pt x="733493" y="5252262"/>
                </a:lnTo>
                <a:lnTo>
                  <a:pt x="733493" y="5598440"/>
                </a:lnTo>
                <a:lnTo>
                  <a:pt x="633328" y="5675720"/>
                </a:lnTo>
                <a:lnTo>
                  <a:pt x="641215" y="5688337"/>
                </a:lnTo>
                <a:lnTo>
                  <a:pt x="737436" y="5613423"/>
                </a:lnTo>
                <a:lnTo>
                  <a:pt x="1102605" y="5890997"/>
                </a:lnTo>
                <a:lnTo>
                  <a:pt x="866783" y="6073943"/>
                </a:lnTo>
                <a:lnTo>
                  <a:pt x="873093" y="6085772"/>
                </a:lnTo>
                <a:lnTo>
                  <a:pt x="865994" y="6074732"/>
                </a:lnTo>
                <a:lnTo>
                  <a:pt x="738225" y="6174091"/>
                </a:lnTo>
                <a:lnTo>
                  <a:pt x="373056" y="5896517"/>
                </a:lnTo>
                <a:lnTo>
                  <a:pt x="640426" y="5689125"/>
                </a:lnTo>
                <a:lnTo>
                  <a:pt x="633328" y="5676508"/>
                </a:lnTo>
                <a:lnTo>
                  <a:pt x="371479" y="5879169"/>
                </a:lnTo>
                <a:lnTo>
                  <a:pt x="371479" y="5532990"/>
                </a:lnTo>
                <a:lnTo>
                  <a:pt x="493727" y="5438362"/>
                </a:lnTo>
                <a:lnTo>
                  <a:pt x="486629" y="5426534"/>
                </a:lnTo>
                <a:lnTo>
                  <a:pt x="365169" y="5521161"/>
                </a:lnTo>
                <a:lnTo>
                  <a:pt x="0" y="5243588"/>
                </a:lnTo>
                <a:lnTo>
                  <a:pt x="359648" y="4965225"/>
                </a:lnTo>
                <a:close/>
                <a:moveTo>
                  <a:pt x="1106548" y="4604852"/>
                </a:moveTo>
                <a:lnTo>
                  <a:pt x="1106548" y="4951031"/>
                </a:lnTo>
                <a:lnTo>
                  <a:pt x="1018214" y="5019636"/>
                </a:lnTo>
                <a:lnTo>
                  <a:pt x="1025312" y="5030676"/>
                </a:lnTo>
                <a:lnTo>
                  <a:pt x="1017425" y="5020424"/>
                </a:lnTo>
                <a:lnTo>
                  <a:pt x="744534" y="5231759"/>
                </a:lnTo>
                <a:lnTo>
                  <a:pt x="744534" y="4885580"/>
                </a:lnTo>
                <a:lnTo>
                  <a:pt x="856530" y="4798050"/>
                </a:lnTo>
                <a:lnTo>
                  <a:pt x="849432" y="4787799"/>
                </a:lnTo>
                <a:lnTo>
                  <a:pt x="857319" y="4798050"/>
                </a:lnTo>
                <a:lnTo>
                  <a:pt x="1106548" y="4604852"/>
                </a:lnTo>
                <a:close/>
                <a:moveTo>
                  <a:pt x="737436" y="4313873"/>
                </a:moveTo>
                <a:lnTo>
                  <a:pt x="1102605" y="4591447"/>
                </a:lnTo>
                <a:lnTo>
                  <a:pt x="849432" y="4787799"/>
                </a:lnTo>
                <a:lnTo>
                  <a:pt x="738225" y="4873752"/>
                </a:lnTo>
                <a:lnTo>
                  <a:pt x="373056" y="4596178"/>
                </a:lnTo>
                <a:lnTo>
                  <a:pt x="737436" y="4313873"/>
                </a:lnTo>
                <a:close/>
                <a:moveTo>
                  <a:pt x="1115224" y="3661732"/>
                </a:moveTo>
                <a:lnTo>
                  <a:pt x="1125477" y="3669618"/>
                </a:lnTo>
                <a:lnTo>
                  <a:pt x="1480393" y="3939306"/>
                </a:lnTo>
                <a:lnTo>
                  <a:pt x="1116013" y="4222399"/>
                </a:lnTo>
                <a:lnTo>
                  <a:pt x="750844" y="3944037"/>
                </a:lnTo>
                <a:lnTo>
                  <a:pt x="1115224" y="3661732"/>
                </a:lnTo>
                <a:close/>
                <a:moveTo>
                  <a:pt x="1480393" y="2656315"/>
                </a:moveTo>
                <a:lnTo>
                  <a:pt x="1480393" y="3002494"/>
                </a:lnTo>
                <a:lnTo>
                  <a:pt x="1386537" y="3075042"/>
                </a:lnTo>
                <a:lnTo>
                  <a:pt x="1392847" y="3086870"/>
                </a:lnTo>
                <a:lnTo>
                  <a:pt x="1385748" y="3075830"/>
                </a:lnTo>
                <a:lnTo>
                  <a:pt x="1118379" y="3283222"/>
                </a:lnTo>
                <a:lnTo>
                  <a:pt x="1118379" y="2937043"/>
                </a:lnTo>
                <a:lnTo>
                  <a:pt x="1246148" y="2837685"/>
                </a:lnTo>
                <a:lnTo>
                  <a:pt x="1239839" y="2825856"/>
                </a:lnTo>
                <a:lnTo>
                  <a:pt x="1246937" y="2836896"/>
                </a:lnTo>
                <a:lnTo>
                  <a:pt x="1480393" y="2656315"/>
                </a:lnTo>
                <a:close/>
                <a:moveTo>
                  <a:pt x="732704" y="1716349"/>
                </a:moveTo>
                <a:lnTo>
                  <a:pt x="1097873" y="1993923"/>
                </a:lnTo>
                <a:lnTo>
                  <a:pt x="860473" y="2177658"/>
                </a:lnTo>
                <a:lnTo>
                  <a:pt x="867572" y="2189486"/>
                </a:lnTo>
                <a:lnTo>
                  <a:pt x="1106548" y="2003386"/>
                </a:lnTo>
                <a:lnTo>
                  <a:pt x="1106548" y="2350353"/>
                </a:lnTo>
                <a:lnTo>
                  <a:pt x="1007172" y="2427632"/>
                </a:lnTo>
                <a:lnTo>
                  <a:pt x="1014270" y="2440249"/>
                </a:lnTo>
                <a:lnTo>
                  <a:pt x="1110492" y="2365336"/>
                </a:lnTo>
                <a:lnTo>
                  <a:pt x="1475660" y="2642910"/>
                </a:lnTo>
                <a:lnTo>
                  <a:pt x="1239839" y="2825856"/>
                </a:lnTo>
                <a:lnTo>
                  <a:pt x="1112069" y="2925215"/>
                </a:lnTo>
                <a:lnTo>
                  <a:pt x="746900" y="2647641"/>
                </a:lnTo>
                <a:lnTo>
                  <a:pt x="1013481" y="2440249"/>
                </a:lnTo>
                <a:lnTo>
                  <a:pt x="1006383" y="2427632"/>
                </a:lnTo>
                <a:lnTo>
                  <a:pt x="744534" y="2631081"/>
                </a:lnTo>
                <a:lnTo>
                  <a:pt x="744534" y="2284114"/>
                </a:lnTo>
                <a:lnTo>
                  <a:pt x="866783" y="2189486"/>
                </a:lnTo>
                <a:lnTo>
                  <a:pt x="860473" y="2178447"/>
                </a:lnTo>
                <a:lnTo>
                  <a:pt x="738225" y="2273074"/>
                </a:lnTo>
                <a:lnTo>
                  <a:pt x="373056" y="1995500"/>
                </a:lnTo>
                <a:lnTo>
                  <a:pt x="732704" y="1716349"/>
                </a:lnTo>
                <a:close/>
                <a:moveTo>
                  <a:pt x="1480393" y="1355976"/>
                </a:moveTo>
                <a:lnTo>
                  <a:pt x="1480393" y="1702944"/>
                </a:lnTo>
                <a:lnTo>
                  <a:pt x="1391269" y="1771549"/>
                </a:lnTo>
                <a:lnTo>
                  <a:pt x="1399156" y="1781800"/>
                </a:lnTo>
                <a:lnTo>
                  <a:pt x="1483547" y="1716349"/>
                </a:lnTo>
                <a:lnTo>
                  <a:pt x="1848716" y="1993923"/>
                </a:lnTo>
                <a:lnTo>
                  <a:pt x="1658639" y="2141384"/>
                </a:lnTo>
                <a:lnTo>
                  <a:pt x="1489068" y="2273074"/>
                </a:lnTo>
                <a:lnTo>
                  <a:pt x="1123900" y="1995500"/>
                </a:lnTo>
                <a:lnTo>
                  <a:pt x="1398368" y="1782588"/>
                </a:lnTo>
                <a:lnTo>
                  <a:pt x="1390481" y="1771549"/>
                </a:lnTo>
                <a:lnTo>
                  <a:pt x="1118379" y="1982883"/>
                </a:lnTo>
                <a:lnTo>
                  <a:pt x="1118379" y="1636704"/>
                </a:lnTo>
                <a:lnTo>
                  <a:pt x="1230374" y="1549963"/>
                </a:lnTo>
                <a:lnTo>
                  <a:pt x="1480393" y="1355976"/>
                </a:lnTo>
                <a:close/>
                <a:moveTo>
                  <a:pt x="1110492" y="1064997"/>
                </a:moveTo>
                <a:lnTo>
                  <a:pt x="1475660" y="1342571"/>
                </a:lnTo>
                <a:lnTo>
                  <a:pt x="1223276" y="1538923"/>
                </a:lnTo>
                <a:lnTo>
                  <a:pt x="1230374" y="1549963"/>
                </a:lnTo>
                <a:lnTo>
                  <a:pt x="1222487" y="1539711"/>
                </a:lnTo>
                <a:lnTo>
                  <a:pt x="1112069" y="1625665"/>
                </a:lnTo>
                <a:lnTo>
                  <a:pt x="746900" y="1348091"/>
                </a:lnTo>
                <a:lnTo>
                  <a:pt x="1110492" y="1064997"/>
                </a:lnTo>
                <a:close/>
                <a:moveTo>
                  <a:pt x="1488280" y="413645"/>
                </a:moveTo>
                <a:lnTo>
                  <a:pt x="1498533" y="421530"/>
                </a:lnTo>
                <a:lnTo>
                  <a:pt x="1853448" y="691218"/>
                </a:lnTo>
                <a:lnTo>
                  <a:pt x="1489068" y="973524"/>
                </a:lnTo>
                <a:lnTo>
                  <a:pt x="1123900" y="695950"/>
                </a:lnTo>
                <a:lnTo>
                  <a:pt x="1488280" y="413645"/>
                </a:lnTo>
                <a:close/>
                <a:moveTo>
                  <a:pt x="1493012" y="117464"/>
                </a:moveTo>
                <a:lnTo>
                  <a:pt x="42118086" y="0"/>
                </a:lnTo>
                <a:lnTo>
                  <a:pt x="42198532" y="7004830"/>
                </a:lnTo>
                <a:lnTo>
                  <a:pt x="843615" y="6975464"/>
                </a:lnTo>
                <a:lnTo>
                  <a:pt x="810785" y="6950504"/>
                </a:lnTo>
                <a:lnTo>
                  <a:pt x="746900" y="6901934"/>
                </a:lnTo>
                <a:lnTo>
                  <a:pt x="746900" y="6547081"/>
                </a:lnTo>
                <a:lnTo>
                  <a:pt x="1019002" y="6335746"/>
                </a:lnTo>
                <a:lnTo>
                  <a:pt x="1012693" y="6323918"/>
                </a:lnTo>
                <a:lnTo>
                  <a:pt x="1019791" y="6334957"/>
                </a:lnTo>
                <a:lnTo>
                  <a:pt x="1110492" y="6264775"/>
                </a:lnTo>
                <a:lnTo>
                  <a:pt x="1489068" y="6553389"/>
                </a:lnTo>
                <a:lnTo>
                  <a:pt x="1870800" y="6257678"/>
                </a:lnTo>
                <a:lnTo>
                  <a:pt x="1870800" y="6139394"/>
                </a:lnTo>
                <a:lnTo>
                  <a:pt x="1857392" y="6144914"/>
                </a:lnTo>
                <a:lnTo>
                  <a:pt x="1857392" y="6251370"/>
                </a:lnTo>
                <a:lnTo>
                  <a:pt x="1495378" y="6531309"/>
                </a:lnTo>
                <a:lnTo>
                  <a:pt x="1495378" y="6185131"/>
                </a:lnTo>
                <a:lnTo>
                  <a:pt x="1857392" y="5904403"/>
                </a:lnTo>
                <a:lnTo>
                  <a:pt x="1857392" y="6144125"/>
                </a:lnTo>
                <a:lnTo>
                  <a:pt x="1870800" y="6138605"/>
                </a:lnTo>
                <a:lnTo>
                  <a:pt x="1870800" y="5887843"/>
                </a:lnTo>
                <a:lnTo>
                  <a:pt x="1739875" y="5788484"/>
                </a:lnTo>
                <a:lnTo>
                  <a:pt x="1497744" y="5604749"/>
                </a:lnTo>
                <a:lnTo>
                  <a:pt x="1497744" y="5424957"/>
                </a:lnTo>
                <a:lnTo>
                  <a:pt x="1484336" y="5427322"/>
                </a:lnTo>
                <a:lnTo>
                  <a:pt x="1484336" y="5598440"/>
                </a:lnTo>
                <a:lnTo>
                  <a:pt x="1122322" y="5879169"/>
                </a:lnTo>
                <a:lnTo>
                  <a:pt x="1122322" y="5532990"/>
                </a:lnTo>
                <a:lnTo>
                  <a:pt x="1292682" y="5400511"/>
                </a:lnTo>
                <a:lnTo>
                  <a:pt x="1285583" y="5390260"/>
                </a:lnTo>
                <a:lnTo>
                  <a:pt x="1116013" y="5521161"/>
                </a:lnTo>
                <a:lnTo>
                  <a:pt x="750844" y="5243588"/>
                </a:lnTo>
                <a:lnTo>
                  <a:pt x="1025312" y="5030676"/>
                </a:lnTo>
                <a:lnTo>
                  <a:pt x="1110492" y="4965225"/>
                </a:lnTo>
                <a:lnTo>
                  <a:pt x="1475660" y="5242799"/>
                </a:lnTo>
                <a:lnTo>
                  <a:pt x="1285583" y="5389472"/>
                </a:lnTo>
                <a:lnTo>
                  <a:pt x="1293470" y="5400511"/>
                </a:lnTo>
                <a:lnTo>
                  <a:pt x="1484336" y="5252262"/>
                </a:lnTo>
                <a:lnTo>
                  <a:pt x="1484336" y="5426534"/>
                </a:lnTo>
                <a:lnTo>
                  <a:pt x="1497744" y="5424168"/>
                </a:lnTo>
                <a:lnTo>
                  <a:pt x="1497744" y="5246742"/>
                </a:lnTo>
                <a:lnTo>
                  <a:pt x="1513518" y="5234125"/>
                </a:lnTo>
                <a:lnTo>
                  <a:pt x="1513518" y="5217565"/>
                </a:lnTo>
                <a:lnTo>
                  <a:pt x="1495378" y="5231759"/>
                </a:lnTo>
                <a:lnTo>
                  <a:pt x="1495378" y="4885580"/>
                </a:lnTo>
                <a:lnTo>
                  <a:pt x="1513518" y="4871386"/>
                </a:lnTo>
                <a:lnTo>
                  <a:pt x="1513518" y="4854826"/>
                </a:lnTo>
                <a:lnTo>
                  <a:pt x="1489068" y="4873752"/>
                </a:lnTo>
                <a:lnTo>
                  <a:pt x="1123900" y="4596178"/>
                </a:lnTo>
                <a:lnTo>
                  <a:pt x="1488280" y="4313873"/>
                </a:lnTo>
                <a:lnTo>
                  <a:pt x="1853448" y="4591447"/>
                </a:lnTo>
                <a:lnTo>
                  <a:pt x="1514307" y="4854826"/>
                </a:lnTo>
                <a:lnTo>
                  <a:pt x="1514307" y="4870598"/>
                </a:lnTo>
                <a:lnTo>
                  <a:pt x="1857392" y="4604852"/>
                </a:lnTo>
                <a:lnTo>
                  <a:pt x="1857392" y="4951031"/>
                </a:lnTo>
                <a:lnTo>
                  <a:pt x="1514307" y="5217565"/>
                </a:lnTo>
                <a:lnTo>
                  <a:pt x="1514307" y="5234125"/>
                </a:lnTo>
                <a:lnTo>
                  <a:pt x="1870800" y="4957339"/>
                </a:lnTo>
                <a:lnTo>
                  <a:pt x="1870800" y="4588292"/>
                </a:lnTo>
                <a:lnTo>
                  <a:pt x="1497744" y="4304410"/>
                </a:lnTo>
                <a:lnTo>
                  <a:pt x="1497744" y="3956654"/>
                </a:lnTo>
                <a:lnTo>
                  <a:pt x="1484336" y="3966905"/>
                </a:lnTo>
                <a:lnTo>
                  <a:pt x="1484336" y="4299679"/>
                </a:lnTo>
                <a:lnTo>
                  <a:pt x="1122322" y="4579618"/>
                </a:lnTo>
                <a:lnTo>
                  <a:pt x="1122322" y="4233439"/>
                </a:lnTo>
                <a:lnTo>
                  <a:pt x="1484336" y="3952712"/>
                </a:lnTo>
                <a:lnTo>
                  <a:pt x="1484336" y="3966117"/>
                </a:lnTo>
                <a:lnTo>
                  <a:pt x="1497744" y="3955866"/>
                </a:lnTo>
                <a:lnTo>
                  <a:pt x="1497744" y="3936152"/>
                </a:lnTo>
                <a:lnTo>
                  <a:pt x="1136519" y="3661732"/>
                </a:lnTo>
                <a:lnTo>
                  <a:pt x="1125477" y="3669618"/>
                </a:lnTo>
                <a:lnTo>
                  <a:pt x="1135730" y="3660943"/>
                </a:lnTo>
                <a:lnTo>
                  <a:pt x="1119956" y="3649115"/>
                </a:lnTo>
                <a:lnTo>
                  <a:pt x="1119956" y="3637286"/>
                </a:lnTo>
                <a:lnTo>
                  <a:pt x="1106548" y="3637286"/>
                </a:lnTo>
                <a:lnTo>
                  <a:pt x="1106548" y="3649903"/>
                </a:lnTo>
                <a:lnTo>
                  <a:pt x="744534" y="3929843"/>
                </a:lnTo>
                <a:lnTo>
                  <a:pt x="744534" y="3612841"/>
                </a:lnTo>
                <a:lnTo>
                  <a:pt x="744534" y="3584453"/>
                </a:lnTo>
                <a:lnTo>
                  <a:pt x="1106548" y="3303725"/>
                </a:lnTo>
                <a:lnTo>
                  <a:pt x="1106548" y="3617573"/>
                </a:lnTo>
                <a:lnTo>
                  <a:pt x="1106548" y="3636498"/>
                </a:lnTo>
                <a:lnTo>
                  <a:pt x="1119956" y="3636498"/>
                </a:lnTo>
                <a:lnTo>
                  <a:pt x="1119956" y="3298205"/>
                </a:lnTo>
                <a:lnTo>
                  <a:pt x="1392847" y="3086870"/>
                </a:lnTo>
                <a:lnTo>
                  <a:pt x="1483547" y="3016688"/>
                </a:lnTo>
                <a:lnTo>
                  <a:pt x="1862913" y="3304513"/>
                </a:lnTo>
                <a:lnTo>
                  <a:pt x="2243855" y="3008803"/>
                </a:lnTo>
                <a:lnTo>
                  <a:pt x="2243855" y="2891307"/>
                </a:lnTo>
                <a:lnTo>
                  <a:pt x="2231236" y="2896827"/>
                </a:lnTo>
                <a:lnTo>
                  <a:pt x="2231236" y="3002494"/>
                </a:lnTo>
                <a:lnTo>
                  <a:pt x="1869222" y="3283222"/>
                </a:lnTo>
                <a:lnTo>
                  <a:pt x="1869222" y="2937043"/>
                </a:lnTo>
                <a:lnTo>
                  <a:pt x="2231236" y="2656315"/>
                </a:lnTo>
                <a:lnTo>
                  <a:pt x="2231236" y="2896038"/>
                </a:lnTo>
                <a:lnTo>
                  <a:pt x="2243855" y="2890518"/>
                </a:lnTo>
                <a:lnTo>
                  <a:pt x="2243855" y="2639755"/>
                </a:lnTo>
                <a:lnTo>
                  <a:pt x="2113720" y="2540397"/>
                </a:lnTo>
                <a:lnTo>
                  <a:pt x="2100312" y="2546705"/>
                </a:lnTo>
                <a:lnTo>
                  <a:pt x="2226503" y="2642910"/>
                </a:lnTo>
                <a:lnTo>
                  <a:pt x="1862124" y="2925215"/>
                </a:lnTo>
                <a:lnTo>
                  <a:pt x="1496955" y="2647641"/>
                </a:lnTo>
                <a:lnTo>
                  <a:pt x="1861335" y="2365336"/>
                </a:lnTo>
                <a:lnTo>
                  <a:pt x="2099523" y="2545916"/>
                </a:lnTo>
                <a:lnTo>
                  <a:pt x="2112931" y="2539608"/>
                </a:lnTo>
                <a:lnTo>
                  <a:pt x="1870800" y="2355873"/>
                </a:lnTo>
                <a:lnTo>
                  <a:pt x="1870800" y="2176869"/>
                </a:lnTo>
                <a:lnTo>
                  <a:pt x="1857392" y="2178447"/>
                </a:lnTo>
                <a:lnTo>
                  <a:pt x="1857392" y="2350353"/>
                </a:lnTo>
                <a:lnTo>
                  <a:pt x="1496167" y="2631081"/>
                </a:lnTo>
                <a:lnTo>
                  <a:pt x="1496167" y="2284114"/>
                </a:lnTo>
                <a:lnTo>
                  <a:pt x="1666526" y="2152424"/>
                </a:lnTo>
                <a:lnTo>
                  <a:pt x="1658639" y="2141384"/>
                </a:lnTo>
                <a:lnTo>
                  <a:pt x="1666526" y="2151636"/>
                </a:lnTo>
                <a:lnTo>
                  <a:pt x="1857392" y="2003386"/>
                </a:lnTo>
                <a:lnTo>
                  <a:pt x="1857392" y="2177658"/>
                </a:lnTo>
                <a:lnTo>
                  <a:pt x="1870800" y="2176081"/>
                </a:lnTo>
                <a:lnTo>
                  <a:pt x="1870800" y="1998654"/>
                </a:lnTo>
                <a:lnTo>
                  <a:pt x="1886574" y="1986037"/>
                </a:lnTo>
                <a:lnTo>
                  <a:pt x="1886574" y="1969478"/>
                </a:lnTo>
                <a:lnTo>
                  <a:pt x="1869222" y="1982883"/>
                </a:lnTo>
                <a:lnTo>
                  <a:pt x="1869222" y="1636704"/>
                </a:lnTo>
                <a:lnTo>
                  <a:pt x="1886574" y="1623299"/>
                </a:lnTo>
                <a:lnTo>
                  <a:pt x="1886574" y="1606739"/>
                </a:lnTo>
                <a:lnTo>
                  <a:pt x="1862124" y="1625665"/>
                </a:lnTo>
                <a:lnTo>
                  <a:pt x="1496955" y="1348091"/>
                </a:lnTo>
                <a:lnTo>
                  <a:pt x="1861335" y="1064997"/>
                </a:lnTo>
                <a:lnTo>
                  <a:pt x="2226503" y="1342571"/>
                </a:lnTo>
                <a:lnTo>
                  <a:pt x="1887362" y="1605951"/>
                </a:lnTo>
                <a:lnTo>
                  <a:pt x="1887362" y="1622510"/>
                </a:lnTo>
                <a:lnTo>
                  <a:pt x="2231236" y="1355976"/>
                </a:lnTo>
                <a:lnTo>
                  <a:pt x="2231236" y="1702944"/>
                </a:lnTo>
                <a:lnTo>
                  <a:pt x="1887362" y="1968689"/>
                </a:lnTo>
                <a:lnTo>
                  <a:pt x="1887362" y="1985249"/>
                </a:lnTo>
                <a:lnTo>
                  <a:pt x="2243855" y="1709252"/>
                </a:lnTo>
                <a:lnTo>
                  <a:pt x="2243855" y="1339416"/>
                </a:lnTo>
                <a:lnTo>
                  <a:pt x="1870800" y="1056323"/>
                </a:lnTo>
                <a:lnTo>
                  <a:pt x="1870800" y="707778"/>
                </a:lnTo>
                <a:lnTo>
                  <a:pt x="1857392" y="718030"/>
                </a:lnTo>
                <a:lnTo>
                  <a:pt x="1857392" y="1050803"/>
                </a:lnTo>
                <a:lnTo>
                  <a:pt x="1496167" y="1331531"/>
                </a:lnTo>
                <a:lnTo>
                  <a:pt x="1496167" y="985352"/>
                </a:lnTo>
                <a:lnTo>
                  <a:pt x="1857392" y="704624"/>
                </a:lnTo>
                <a:lnTo>
                  <a:pt x="1857392" y="717241"/>
                </a:lnTo>
                <a:lnTo>
                  <a:pt x="1870800" y="706990"/>
                </a:lnTo>
                <a:lnTo>
                  <a:pt x="1870800" y="688064"/>
                </a:lnTo>
                <a:lnTo>
                  <a:pt x="1509574" y="412856"/>
                </a:lnTo>
                <a:lnTo>
                  <a:pt x="1498533" y="421530"/>
                </a:lnTo>
                <a:lnTo>
                  <a:pt x="1508786" y="412856"/>
                </a:lnTo>
                <a:lnTo>
                  <a:pt x="1493012" y="401028"/>
                </a:lnTo>
                <a:lnTo>
                  <a:pt x="1493012" y="119417"/>
                </a:lnTo>
                <a:lnTo>
                  <a:pt x="1493012" y="117464"/>
                </a:lnTo>
                <a:close/>
                <a:moveTo>
                  <a:pt x="1398859" y="117464"/>
                </a:moveTo>
                <a:lnTo>
                  <a:pt x="1480393" y="117464"/>
                </a:lnTo>
                <a:lnTo>
                  <a:pt x="1480393" y="201868"/>
                </a:lnTo>
                <a:lnTo>
                  <a:pt x="1480393" y="401028"/>
                </a:lnTo>
                <a:lnTo>
                  <a:pt x="1118379" y="681756"/>
                </a:lnTo>
                <a:lnTo>
                  <a:pt x="1118379" y="335577"/>
                </a:lnTo>
                <a:lnTo>
                  <a:pt x="1379242" y="132719"/>
                </a:lnTo>
                <a:lnTo>
                  <a:pt x="1398859" y="117464"/>
                </a:lnTo>
                <a:close/>
                <a:moveTo>
                  <a:pt x="840168" y="117464"/>
                </a:moveTo>
                <a:lnTo>
                  <a:pt x="1377550" y="117464"/>
                </a:lnTo>
                <a:lnTo>
                  <a:pt x="1301753" y="176360"/>
                </a:lnTo>
                <a:lnTo>
                  <a:pt x="1112069" y="323748"/>
                </a:lnTo>
                <a:lnTo>
                  <a:pt x="857417" y="130551"/>
                </a:lnTo>
                <a:lnTo>
                  <a:pt x="840168" y="1174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540000" rIns="540000">
            <a:noAutofit/>
          </a:bodyPr>
          <a:lstStyle>
            <a:lvl1pPr algn="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5AF0AE2-7DAE-3EB0-5E60-D2EFCEC2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82371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et contenu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2F98917-083E-F98C-816F-48F1437B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61843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34029E-78B3-568C-831F-68645DF6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E4E404-6902-1F6E-82F5-87930546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98557-AF65-5C65-FBD8-13E2BC97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Titre seul</a:t>
            </a:r>
          </a:p>
        </p:txBody>
      </p:sp>
      <p:pic>
        <p:nvPicPr>
          <p:cNvPr id="8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C593314-5853-721D-C381-C5C6DA55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91722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C14385-C06C-03C8-FC0B-6EDE0E294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925030-DB19-61B7-32BA-FFFFADD4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84369A-A294-0F2F-E84F-D0990A22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661E88D-94E7-20B9-0926-4E18EFBC1BA0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Vide</a:t>
            </a:r>
          </a:p>
        </p:txBody>
      </p:sp>
      <p:pic>
        <p:nvPicPr>
          <p:cNvPr id="7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605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vena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51A86F0-4870-165D-E01B-6415309E1300}"/>
              </a:ext>
            </a:extLst>
          </p:cNvPr>
          <p:cNvSpPr/>
          <p:nvPr/>
        </p:nvSpPr>
        <p:spPr>
          <a:xfrm>
            <a:off x="11460163" y="0"/>
            <a:ext cx="73183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Intervenants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EB06F5F-32C6-8107-64D0-A34C2914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538" y="6343650"/>
            <a:ext cx="1016000" cy="365125"/>
          </a:xfrm>
        </p:spPr>
        <p:txBody>
          <a:bodyPr/>
          <a:lstStyle/>
          <a:p>
            <a:r>
              <a:rPr lang="en-US" smtClean="0"/>
              <a:t>28/10/2022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725FD7F-C465-8D65-075F-32AAF06B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D38D448-932F-258E-2E58-CA802334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5" name="Espace réservé du texte 8">
            <a:extLst>
              <a:ext uri="{FF2B5EF4-FFF2-40B4-BE49-F238E27FC236}">
                <a16:creationId xmlns:a16="http://schemas.microsoft.com/office/drawing/2014/main" id="{EE9D7CE3-0338-EF86-9151-9AA39188D1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4583137"/>
            <a:ext cx="2592288" cy="909613"/>
          </a:xfrm>
        </p:spPr>
        <p:txBody>
          <a:bodyPr lIns="72000" rIns="72000">
            <a:no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 dirty="0"/>
              <a:t>Prénom </a:t>
            </a:r>
            <a:r>
              <a:rPr lang="fr-FR" dirty="0" smtClean="0"/>
              <a:t>Nom</a:t>
            </a:r>
            <a:endParaRPr lang="fr-FR" dirty="0"/>
          </a:p>
          <a:p>
            <a:pPr lvl="1"/>
            <a:r>
              <a:rPr lang="fr-FR" dirty="0"/>
              <a:t>Fonctions</a:t>
            </a:r>
          </a:p>
        </p:txBody>
      </p:sp>
      <p:sp>
        <p:nvSpPr>
          <p:cNvPr id="27" name="Espace réservé du texte 8">
            <a:extLst>
              <a:ext uri="{FF2B5EF4-FFF2-40B4-BE49-F238E27FC236}">
                <a16:creationId xmlns:a16="http://schemas.microsoft.com/office/drawing/2014/main" id="{7E242CEA-B629-6061-3336-B00B5B0363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7251" y="4583137"/>
            <a:ext cx="2592288" cy="909613"/>
          </a:xfrm>
        </p:spPr>
        <p:txBody>
          <a:bodyPr lIns="72000" rIns="72000">
            <a:no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 dirty="0"/>
              <a:t>Prénom </a:t>
            </a:r>
            <a:r>
              <a:rPr lang="fr-FR" dirty="0" smtClean="0"/>
              <a:t>Nom</a:t>
            </a:r>
            <a:endParaRPr lang="fr-FR" dirty="0"/>
          </a:p>
          <a:p>
            <a:pPr lvl="1"/>
            <a:r>
              <a:rPr lang="fr-FR" dirty="0"/>
              <a:t>Fonctions</a:t>
            </a:r>
          </a:p>
        </p:txBody>
      </p:sp>
      <p:sp>
        <p:nvSpPr>
          <p:cNvPr id="29" name="Espace réservé du texte 8">
            <a:extLst>
              <a:ext uri="{FF2B5EF4-FFF2-40B4-BE49-F238E27FC236}">
                <a16:creationId xmlns:a16="http://schemas.microsoft.com/office/drawing/2014/main" id="{13577D77-6A07-A133-9442-B0E04B740B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67017" y="4583137"/>
            <a:ext cx="2592288" cy="909613"/>
          </a:xfrm>
        </p:spPr>
        <p:txBody>
          <a:bodyPr lIns="72000" rIns="72000">
            <a:no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 dirty="0"/>
              <a:t>Prénom </a:t>
            </a:r>
            <a:r>
              <a:rPr lang="fr-FR" dirty="0" smtClean="0"/>
              <a:t>Nom</a:t>
            </a:r>
            <a:endParaRPr lang="fr-FR" dirty="0"/>
          </a:p>
          <a:p>
            <a:pPr lvl="1"/>
            <a:r>
              <a:rPr lang="fr-FR" dirty="0"/>
              <a:t>Fonctions</a:t>
            </a:r>
          </a:p>
        </p:txBody>
      </p:sp>
      <p:sp>
        <p:nvSpPr>
          <p:cNvPr id="31" name="Espace réservé du texte 8">
            <a:extLst>
              <a:ext uri="{FF2B5EF4-FFF2-40B4-BE49-F238E27FC236}">
                <a16:creationId xmlns:a16="http://schemas.microsoft.com/office/drawing/2014/main" id="{7647BCFB-4928-920C-2E15-C8AE4C72EB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7134" y="4583137"/>
            <a:ext cx="2592288" cy="909613"/>
          </a:xfrm>
        </p:spPr>
        <p:txBody>
          <a:bodyPr lIns="72000" rIns="72000">
            <a:no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 dirty="0"/>
              <a:t>Prénom </a:t>
            </a:r>
            <a:r>
              <a:rPr lang="fr-FR" dirty="0" smtClean="0"/>
              <a:t>Nom</a:t>
            </a:r>
            <a:endParaRPr lang="fr-FR" dirty="0"/>
          </a:p>
          <a:p>
            <a:pPr lvl="1"/>
            <a:r>
              <a:rPr lang="fr-FR" dirty="0"/>
              <a:t>Fonctions</a:t>
            </a:r>
          </a:p>
        </p:txBody>
      </p:sp>
      <p:sp>
        <p:nvSpPr>
          <p:cNvPr id="26" name="図プレースホルダー 9">
            <a:extLst>
              <a:ext uri="{FF2B5EF4-FFF2-40B4-BE49-F238E27FC236}">
                <a16:creationId xmlns:a16="http://schemas.microsoft.com/office/drawing/2014/main" id="{17DDD33A-87AA-3D6F-D996-3C0AE9416F9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7368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un portrait ici</a:t>
            </a:r>
          </a:p>
        </p:txBody>
      </p:sp>
      <p:sp>
        <p:nvSpPr>
          <p:cNvPr id="28" name="図プレースホルダー 9">
            <a:extLst>
              <a:ext uri="{FF2B5EF4-FFF2-40B4-BE49-F238E27FC236}">
                <a16:creationId xmlns:a16="http://schemas.microsoft.com/office/drawing/2014/main" id="{6BF72028-41E2-619A-D233-341EEFEC50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27251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un portrait ici</a:t>
            </a:r>
          </a:p>
        </p:txBody>
      </p:sp>
      <p:sp>
        <p:nvSpPr>
          <p:cNvPr id="30" name="図プレースホルダー 9">
            <a:extLst>
              <a:ext uri="{FF2B5EF4-FFF2-40B4-BE49-F238E27FC236}">
                <a16:creationId xmlns:a16="http://schemas.microsoft.com/office/drawing/2014/main" id="{74AA3498-C08C-43F4-B6BB-AE8E3CC9E9C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67017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un portrait ici</a:t>
            </a:r>
          </a:p>
        </p:txBody>
      </p:sp>
      <p:sp>
        <p:nvSpPr>
          <p:cNvPr id="32" name="図プレースホルダー 9">
            <a:extLst>
              <a:ext uri="{FF2B5EF4-FFF2-40B4-BE49-F238E27FC236}">
                <a16:creationId xmlns:a16="http://schemas.microsoft.com/office/drawing/2014/main" id="{1DC76755-C8C6-A984-C78A-E29A74AAF2E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47134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un portrait ici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24E81A9-10CF-5234-1441-4D3B94BB47FE}"/>
              </a:ext>
            </a:extLst>
          </p:cNvPr>
          <p:cNvSpPr txBox="1"/>
          <p:nvPr/>
        </p:nvSpPr>
        <p:spPr>
          <a:xfrm>
            <a:off x="-101600" y="685800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Vous pouvez supprimer autant de blocs d’intervenant que vous le souhaitez</a:t>
            </a:r>
          </a:p>
        </p:txBody>
      </p:sp>
      <p:pic>
        <p:nvPicPr>
          <p:cNvPr id="18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16D91DA-45B8-FD04-3A3A-E545BB21D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15921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venant /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Intervenant / CV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EB06F5F-32C6-8107-64D0-A34C2914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538" y="6343650"/>
            <a:ext cx="1016000" cy="365125"/>
          </a:xfrm>
        </p:spPr>
        <p:txBody>
          <a:bodyPr/>
          <a:lstStyle/>
          <a:p>
            <a:r>
              <a:rPr lang="en-US" smtClean="0"/>
              <a:t>28/10/2022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725FD7F-C465-8D65-075F-32AAF06B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Exemple de pied de page (A modifier dans l'onglet "Insertion"/"En-tête/Pied"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D38D448-932F-258E-2E58-CA802334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24E81A9-10CF-5234-1441-4D3B94BB47FE}"/>
              </a:ext>
            </a:extLst>
          </p:cNvPr>
          <p:cNvSpPr txBox="1"/>
          <p:nvPr/>
        </p:nvSpPr>
        <p:spPr>
          <a:xfrm>
            <a:off x="-101600" y="685800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Vous pouvez supprimer autant de blocs d’intervenant que vous le souhaitez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3AE77C0A-ACF9-C7EB-2F0B-D711439266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67100" y="1541463"/>
            <a:ext cx="7993063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2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600" b="0" i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Prénom </a:t>
            </a:r>
            <a:r>
              <a:rPr lang="fr-FR" dirty="0" smtClean="0"/>
              <a:t>Nom</a:t>
            </a:r>
            <a:endParaRPr lang="fr-FR" dirty="0"/>
          </a:p>
          <a:p>
            <a:pPr lvl="1"/>
            <a:r>
              <a:rPr lang="fr-FR" dirty="0"/>
              <a:t>Fonction/titre</a:t>
            </a:r>
          </a:p>
        </p:txBody>
      </p:sp>
      <p:sp>
        <p:nvSpPr>
          <p:cNvPr id="15" name="Espace réservé du texte 20">
            <a:extLst>
              <a:ext uri="{FF2B5EF4-FFF2-40B4-BE49-F238E27FC236}">
                <a16:creationId xmlns:a16="http://schemas.microsoft.com/office/drawing/2014/main" id="{BC7575DE-FB39-1529-3362-6DDB6F59CA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7100" y="2413000"/>
            <a:ext cx="7993063" cy="35004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26" name="図プレースホルダー 9">
            <a:extLst>
              <a:ext uri="{FF2B5EF4-FFF2-40B4-BE49-F238E27FC236}">
                <a16:creationId xmlns:a16="http://schemas.microsoft.com/office/drawing/2014/main" id="{17DDD33A-87AA-3D6F-D996-3C0AE9416F9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2468" y="1457845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un portrait ici</a:t>
            </a:r>
          </a:p>
        </p:txBody>
      </p:sp>
      <p:pic>
        <p:nvPicPr>
          <p:cNvPr id="1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09A53DC-AB4B-EC82-92B3-B8B715CDC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68020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34459" y="4702629"/>
            <a:ext cx="7380000" cy="504372"/>
          </a:xfrm>
        </p:spPr>
        <p:txBody>
          <a:bodyPr anchor="t">
            <a:no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Citation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26" name="Titre 1">
            <a:extLst>
              <a:ext uri="{FF2B5EF4-FFF2-40B4-BE49-F238E27FC236}">
                <a16:creationId xmlns:a16="http://schemas.microsoft.com/office/drawing/2014/main" id="{1EB622B9-FCAB-DF76-D3A8-8B7A3392A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3503" y="2171700"/>
            <a:ext cx="7900956" cy="2400300"/>
          </a:xfrm>
        </p:spPr>
        <p:txBody>
          <a:bodyPr anchor="b" anchorCtr="0">
            <a:noAutofit/>
          </a:bodyPr>
          <a:lstStyle>
            <a:lvl1pPr marL="571500" indent="-571500" algn="l" defTabSz="914400" rtl="0" eaLnBrk="1" latinLnBrk="0" hangingPunct="1">
              <a:lnSpc>
                <a:spcPct val="90000"/>
              </a:lnSpc>
              <a:spcBef>
                <a:spcPct val="0"/>
              </a:spcBef>
              <a:buSzPct val="200000"/>
              <a:buFont typeface="Arial Black" panose="020B0A04020102020204" pitchFamily="34" charset="0"/>
              <a:buChar char="“"/>
              <a:defRPr lang="fr-FR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</p:spTree>
    <p:extLst>
      <p:ext uri="{BB962C8B-B14F-4D97-AF65-F5344CB8AC3E}">
        <p14:creationId xmlns:p14="http://schemas.microsoft.com/office/powerpoint/2010/main" val="10029345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Bleu foncé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Citation Bleu foncé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CD1C80FF-3EC2-C65E-39A3-3D5B556D3A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34459" y="4702629"/>
            <a:ext cx="7380000" cy="504372"/>
          </a:xfrm>
        </p:spPr>
        <p:txBody>
          <a:bodyPr anchor="t">
            <a:no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1EB622B9-FCAB-DF76-D3A8-8B7A3392A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3503" y="2171700"/>
            <a:ext cx="7900956" cy="2400300"/>
          </a:xfrm>
        </p:spPr>
        <p:txBody>
          <a:bodyPr anchor="b" anchorCtr="0">
            <a:noAutofit/>
          </a:bodyPr>
          <a:lstStyle>
            <a:lvl1pPr marL="571500" indent="-571500" algn="l" defTabSz="914400" rtl="0" eaLnBrk="1" latinLnBrk="0" hangingPunct="1">
              <a:lnSpc>
                <a:spcPct val="90000"/>
              </a:lnSpc>
              <a:spcBef>
                <a:spcPct val="0"/>
              </a:spcBef>
              <a:buSzPct val="200000"/>
              <a:buFont typeface="Arial Black" panose="020B0A04020102020204" pitchFamily="34" charset="0"/>
              <a:buChar char="“"/>
              <a:defRPr lang="fr-FR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</p:spTree>
    <p:extLst>
      <p:ext uri="{BB962C8B-B14F-4D97-AF65-F5344CB8AC3E}">
        <p14:creationId xmlns:p14="http://schemas.microsoft.com/office/powerpoint/2010/main" val="42398024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cl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D8D8D"/>
                </a:solidFill>
              </a:defRPr>
            </a:lvl1pPr>
          </a:lstStyle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D8D8D"/>
                </a:solidFill>
              </a:defRPr>
            </a:lvl1pPr>
          </a:lstStyle>
          <a:p>
            <a:r>
              <a:rPr lang="fr-FR" smtClean="0"/>
              <a:t>Exemple de pied de page (A modifier dans l'onglet "Insertion"/"En-tête/Pied"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D8D8D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Citation claire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930F834B-23C4-8EC1-2C21-5E1E110A7B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86071" y="4702629"/>
            <a:ext cx="7328388" cy="504372"/>
          </a:xfrm>
        </p:spPr>
        <p:txBody>
          <a:bodyPr anchor="t">
            <a:noAutofit/>
          </a:bodyPr>
          <a:lstStyle>
            <a:lvl1pPr marL="0" indent="0" algn="r">
              <a:buNone/>
              <a:defRPr sz="18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1EB622B9-FCAB-DF76-D3A8-8B7A3392A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3503" y="2171700"/>
            <a:ext cx="7900956" cy="2400300"/>
          </a:xfrm>
        </p:spPr>
        <p:txBody>
          <a:bodyPr anchor="b" anchorCtr="0">
            <a:noAutofit/>
          </a:bodyPr>
          <a:lstStyle>
            <a:lvl1pPr marL="571500" indent="-571500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SzPct val="200000"/>
              <a:buFont typeface="Arial Black" panose="020B0A04020102020204" pitchFamily="34" charset="0"/>
              <a:buChar char="“"/>
              <a:defRPr lang="fr-F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</p:spTree>
    <p:extLst>
      <p:ext uri="{BB962C8B-B14F-4D97-AF65-F5344CB8AC3E}">
        <p14:creationId xmlns:p14="http://schemas.microsoft.com/office/powerpoint/2010/main" val="42113619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Gri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Citation Gris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5E9AB1AA-33F6-3FFD-8F1A-9BB4B728DF3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34459" y="4702629"/>
            <a:ext cx="7380000" cy="504372"/>
          </a:xfrm>
        </p:spPr>
        <p:txBody>
          <a:bodyPr anchor="t">
            <a:no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1EB622B9-FCAB-DF76-D3A8-8B7A3392A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3503" y="2171700"/>
            <a:ext cx="7900956" cy="2400300"/>
          </a:xfrm>
        </p:spPr>
        <p:txBody>
          <a:bodyPr anchor="b" anchorCtr="0">
            <a:noAutofit/>
          </a:bodyPr>
          <a:lstStyle>
            <a:lvl1pPr marL="571500" indent="-571500" algn="l" defTabSz="914400" rtl="0" eaLnBrk="1" latinLnBrk="0" hangingPunct="1">
              <a:lnSpc>
                <a:spcPct val="90000"/>
              </a:lnSpc>
              <a:spcBef>
                <a:spcPct val="0"/>
              </a:spcBef>
              <a:buSzPct val="200000"/>
              <a:buFont typeface="Arial Black" panose="020B0A04020102020204" pitchFamily="34" charset="0"/>
              <a:buChar char="“"/>
              <a:defRPr lang="fr-FR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</p:spTree>
    <p:extLst>
      <p:ext uri="{BB962C8B-B14F-4D97-AF65-F5344CB8AC3E}">
        <p14:creationId xmlns:p14="http://schemas.microsoft.com/office/powerpoint/2010/main" val="25926975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uel cit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4C4230D1-9E7A-4F15-722D-49C58B4ED7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custGeom>
            <a:avLst/>
            <a:gdLst>
              <a:gd name="connsiteX0" fmla="*/ 257896 w 12192000"/>
              <a:gd name="connsiteY0" fmla="*/ 6343650 h 6858000"/>
              <a:gd name="connsiteX1" fmla="*/ 257896 w 12192000"/>
              <a:gd name="connsiteY1" fmla="*/ 6707250 h 6858000"/>
              <a:gd name="connsiteX2" fmla="*/ 621496 w 12192000"/>
              <a:gd name="connsiteY2" fmla="*/ 6707250 h 6858000"/>
              <a:gd name="connsiteX3" fmla="*/ 621496 w 12192000"/>
              <a:gd name="connsiteY3" fmla="*/ 634365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257896" y="6343650"/>
                </a:moveTo>
                <a:lnTo>
                  <a:pt x="257896" y="6707250"/>
                </a:lnTo>
                <a:lnTo>
                  <a:pt x="621496" y="6707250"/>
                </a:lnTo>
                <a:lnTo>
                  <a:pt x="621496" y="63436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1872000">
            <a:noAutofit/>
          </a:bodyPr>
          <a:lstStyle>
            <a:lvl1pPr algn="ct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ici, puis placez votre image en arrière plan</a:t>
            </a:r>
          </a:p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83658" y="4702629"/>
            <a:ext cx="8323941" cy="504372"/>
          </a:xfrm>
        </p:spPr>
        <p:txBody>
          <a:bodyPr anchor="t">
            <a:no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Ici l’auteur de la citation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Visuel citation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3658" y="1714500"/>
            <a:ext cx="8323941" cy="2857500"/>
          </a:xfrm>
        </p:spPr>
        <p:txBody>
          <a:bodyPr tIns="468000" anchor="b">
            <a:noAutofit/>
          </a:bodyPr>
          <a:lstStyle>
            <a:lvl1pPr marL="571500" indent="-571500">
              <a:buSzPct val="200000"/>
              <a:buFont typeface="Arial Black" panose="020B0A04020102020204" pitchFamily="34" charset="0"/>
              <a:buChar char="“"/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Ici votre citation qui peut être sur plusieurs lignes ’’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:Après avoir insérez votre image, adaptez si besoin la couleur du texte en fonction de celle-ci</a:t>
            </a:r>
          </a:p>
        </p:txBody>
      </p:sp>
    </p:spTree>
    <p:extLst>
      <p:ext uri="{BB962C8B-B14F-4D97-AF65-F5344CB8AC3E}">
        <p14:creationId xmlns:p14="http://schemas.microsoft.com/office/powerpoint/2010/main" val="27875902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uel pleine p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C5DB15CE-1737-19C7-773E-184AB58648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57897 w 12192000"/>
              <a:gd name="connsiteY0" fmla="*/ 6343650 h 6858000"/>
              <a:gd name="connsiteX1" fmla="*/ 257897 w 12192000"/>
              <a:gd name="connsiteY1" fmla="*/ 6707250 h 6858000"/>
              <a:gd name="connsiteX2" fmla="*/ 621497 w 12192000"/>
              <a:gd name="connsiteY2" fmla="*/ 6707250 h 6858000"/>
              <a:gd name="connsiteX3" fmla="*/ 621497 w 12192000"/>
              <a:gd name="connsiteY3" fmla="*/ 634365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257897" y="6343650"/>
                </a:moveTo>
                <a:lnTo>
                  <a:pt x="257897" y="6707250"/>
                </a:lnTo>
                <a:lnTo>
                  <a:pt x="621497" y="6707250"/>
                </a:lnTo>
                <a:lnTo>
                  <a:pt x="621497" y="63436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1872000">
            <a:noAutofit/>
          </a:bodyPr>
          <a:lstStyle>
            <a:lvl1pPr algn="ct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ici, puis placez votre image en arrière plan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Visuel pleine page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4277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uel pleine page + tex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BB2888C6-4081-3327-01C0-D9EA23523C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57897 w 12192000"/>
              <a:gd name="connsiteY0" fmla="*/ 6343650 h 6858000"/>
              <a:gd name="connsiteX1" fmla="*/ 257897 w 12192000"/>
              <a:gd name="connsiteY1" fmla="*/ 6707250 h 6858000"/>
              <a:gd name="connsiteX2" fmla="*/ 621497 w 12192000"/>
              <a:gd name="connsiteY2" fmla="*/ 6707250 h 6858000"/>
              <a:gd name="connsiteX3" fmla="*/ 621497 w 12192000"/>
              <a:gd name="connsiteY3" fmla="*/ 634365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257897" y="6343650"/>
                </a:moveTo>
                <a:lnTo>
                  <a:pt x="257897" y="6707250"/>
                </a:lnTo>
                <a:lnTo>
                  <a:pt x="621497" y="6707250"/>
                </a:lnTo>
                <a:lnTo>
                  <a:pt x="621497" y="63436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1260000">
            <a:noAutofit/>
          </a:bodyPr>
          <a:lstStyle>
            <a:lvl1pPr algn="ct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 dirty="0"/>
              <a:t>Insérez ou glissez votre image ici, puis placez votre image en arrière plan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Visuel pleine page + texte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4DB704B1-C9AF-2DEE-2915-BA6F9894D5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477" y="1640114"/>
            <a:ext cx="11573522" cy="3439886"/>
          </a:xfrm>
          <a:custGeom>
            <a:avLst/>
            <a:gdLst>
              <a:gd name="connsiteX0" fmla="*/ 388580 w 11573522"/>
              <a:gd name="connsiteY0" fmla="*/ 2811978 h 3439886"/>
              <a:gd name="connsiteX1" fmla="*/ 266084 w 11573522"/>
              <a:gd name="connsiteY1" fmla="*/ 2905253 h 3439886"/>
              <a:gd name="connsiteX2" fmla="*/ 200780 w 11573522"/>
              <a:gd name="connsiteY2" fmla="*/ 2954731 h 3439886"/>
              <a:gd name="connsiteX3" fmla="*/ 388175 w 11573522"/>
              <a:gd name="connsiteY3" fmla="*/ 3100322 h 3439886"/>
              <a:gd name="connsiteX4" fmla="*/ 575977 w 11573522"/>
              <a:gd name="connsiteY4" fmla="*/ 2957569 h 3439886"/>
              <a:gd name="connsiteX5" fmla="*/ 388580 w 11573522"/>
              <a:gd name="connsiteY5" fmla="*/ 2811978 h 3439886"/>
              <a:gd name="connsiteX6" fmla="*/ 386147 w 11573522"/>
              <a:gd name="connsiteY6" fmla="*/ 0 h 3439886"/>
              <a:gd name="connsiteX7" fmla="*/ 392637 w 11573522"/>
              <a:gd name="connsiteY7" fmla="*/ 0 h 3439886"/>
              <a:gd name="connsiteX8" fmla="*/ 392637 w 11573522"/>
              <a:gd name="connsiteY8" fmla="*/ 28893 h 3439886"/>
              <a:gd name="connsiteX9" fmla="*/ 392637 w 11573522"/>
              <a:gd name="connsiteY9" fmla="*/ 131318 h 3439886"/>
              <a:gd name="connsiteX10" fmla="*/ 578816 w 11573522"/>
              <a:gd name="connsiteY10" fmla="*/ 275693 h 3439886"/>
              <a:gd name="connsiteX11" fmla="*/ 578816 w 11573522"/>
              <a:gd name="connsiteY11" fmla="*/ 97658 h 3439886"/>
              <a:gd name="connsiteX12" fmla="*/ 462924 w 11573522"/>
              <a:gd name="connsiteY12" fmla="*/ 7536 h 3439886"/>
              <a:gd name="connsiteX13" fmla="*/ 453234 w 11573522"/>
              <a:gd name="connsiteY13" fmla="*/ 0 h 3439886"/>
              <a:gd name="connsiteX14" fmla="*/ 464209 w 11573522"/>
              <a:gd name="connsiteY14" fmla="*/ 0 h 3439886"/>
              <a:gd name="connsiteX15" fmla="*/ 484510 w 11573522"/>
              <a:gd name="connsiteY15" fmla="*/ 15775 h 3439886"/>
              <a:gd name="connsiteX16" fmla="*/ 582061 w 11573522"/>
              <a:gd name="connsiteY16" fmla="*/ 91574 h 3439886"/>
              <a:gd name="connsiteX17" fmla="*/ 695192 w 11573522"/>
              <a:gd name="connsiteY17" fmla="*/ 5744 h 3439886"/>
              <a:gd name="connsiteX18" fmla="*/ 702764 w 11573522"/>
              <a:gd name="connsiteY18" fmla="*/ 0 h 3439886"/>
              <a:gd name="connsiteX19" fmla="*/ 2758098 w 11573522"/>
              <a:gd name="connsiteY19" fmla="*/ 0 h 3439886"/>
              <a:gd name="connsiteX20" fmla="*/ 2764588 w 11573522"/>
              <a:gd name="connsiteY20" fmla="*/ 0 h 3439886"/>
              <a:gd name="connsiteX21" fmla="*/ 2825185 w 11573522"/>
              <a:gd name="connsiteY21" fmla="*/ 0 h 3439886"/>
              <a:gd name="connsiteX22" fmla="*/ 2836160 w 11573522"/>
              <a:gd name="connsiteY22" fmla="*/ 0 h 3439886"/>
              <a:gd name="connsiteX23" fmla="*/ 3074715 w 11573522"/>
              <a:gd name="connsiteY23" fmla="*/ 0 h 3439886"/>
              <a:gd name="connsiteX24" fmla="*/ 9201571 w 11573522"/>
              <a:gd name="connsiteY24" fmla="*/ 0 h 3439886"/>
              <a:gd name="connsiteX25" fmla="*/ 11573522 w 11573522"/>
              <a:gd name="connsiteY25" fmla="*/ 0 h 3439886"/>
              <a:gd name="connsiteX26" fmla="*/ 11573522 w 11573522"/>
              <a:gd name="connsiteY26" fmla="*/ 3439886 h 3439886"/>
              <a:gd name="connsiteX27" fmla="*/ 962936 w 11573522"/>
              <a:gd name="connsiteY27" fmla="*/ 3439886 h 3439886"/>
              <a:gd name="connsiteX28" fmla="*/ 962936 w 11573522"/>
              <a:gd name="connsiteY28" fmla="*/ 3439632 h 3439886"/>
              <a:gd name="connsiteX29" fmla="*/ 962936 w 11573522"/>
              <a:gd name="connsiteY29" fmla="*/ 3438953 h 3439886"/>
              <a:gd name="connsiteX30" fmla="*/ 776757 w 11573522"/>
              <a:gd name="connsiteY30" fmla="*/ 3294579 h 3439886"/>
              <a:gd name="connsiteX31" fmla="*/ 776757 w 11573522"/>
              <a:gd name="connsiteY31" fmla="*/ 3429148 h 3439886"/>
              <a:gd name="connsiteX32" fmla="*/ 776757 w 11573522"/>
              <a:gd name="connsiteY32" fmla="*/ 3439886 h 3439886"/>
              <a:gd name="connsiteX33" fmla="*/ 769862 w 11573522"/>
              <a:gd name="connsiteY33" fmla="*/ 3439886 h 3439886"/>
              <a:gd name="connsiteX34" fmla="*/ 769862 w 11573522"/>
              <a:gd name="connsiteY34" fmla="*/ 3414403 h 3439886"/>
              <a:gd name="connsiteX35" fmla="*/ 769862 w 11573522"/>
              <a:gd name="connsiteY35" fmla="*/ 3292145 h 3439886"/>
              <a:gd name="connsiteX36" fmla="*/ 629924 w 11573522"/>
              <a:gd name="connsiteY36" fmla="*/ 3183458 h 3439886"/>
              <a:gd name="connsiteX37" fmla="*/ 633168 w 11573522"/>
              <a:gd name="connsiteY37" fmla="*/ 3177375 h 3439886"/>
              <a:gd name="connsiteX38" fmla="*/ 771079 w 11573522"/>
              <a:gd name="connsiteY38" fmla="*/ 3284034 h 3439886"/>
              <a:gd name="connsiteX39" fmla="*/ 771079 w 11573522"/>
              <a:gd name="connsiteY39" fmla="*/ 3105999 h 3439886"/>
              <a:gd name="connsiteX40" fmla="*/ 704963 w 11573522"/>
              <a:gd name="connsiteY40" fmla="*/ 3054900 h 3439886"/>
              <a:gd name="connsiteX41" fmla="*/ 708614 w 11573522"/>
              <a:gd name="connsiteY41" fmla="*/ 3049222 h 3439886"/>
              <a:gd name="connsiteX42" fmla="*/ 774323 w 11573522"/>
              <a:gd name="connsiteY42" fmla="*/ 3100322 h 3439886"/>
              <a:gd name="connsiteX43" fmla="*/ 962125 w 11573522"/>
              <a:gd name="connsiteY43" fmla="*/ 2957569 h 3439886"/>
              <a:gd name="connsiteX44" fmla="*/ 824621 w 11573522"/>
              <a:gd name="connsiteY44" fmla="*/ 2850911 h 3439886"/>
              <a:gd name="connsiteX45" fmla="*/ 828271 w 11573522"/>
              <a:gd name="connsiteY45" fmla="*/ 2844422 h 3439886"/>
              <a:gd name="connsiteX46" fmla="*/ 962936 w 11573522"/>
              <a:gd name="connsiteY46" fmla="*/ 2948647 h 3439886"/>
              <a:gd name="connsiteX47" fmla="*/ 962936 w 11573522"/>
              <a:gd name="connsiteY47" fmla="*/ 2770612 h 3439886"/>
              <a:gd name="connsiteX48" fmla="*/ 900065 w 11573522"/>
              <a:gd name="connsiteY48" fmla="*/ 2721947 h 3439886"/>
              <a:gd name="connsiteX49" fmla="*/ 903716 w 11573522"/>
              <a:gd name="connsiteY49" fmla="*/ 2715864 h 3439886"/>
              <a:gd name="connsiteX50" fmla="*/ 966181 w 11573522"/>
              <a:gd name="connsiteY50" fmla="*/ 2764529 h 3439886"/>
              <a:gd name="connsiteX51" fmla="*/ 1153982 w 11573522"/>
              <a:gd name="connsiteY51" fmla="*/ 2621777 h 3439886"/>
              <a:gd name="connsiteX52" fmla="*/ 969021 w 11573522"/>
              <a:gd name="connsiteY52" fmla="*/ 2478619 h 3439886"/>
              <a:gd name="connsiteX53" fmla="*/ 781219 w 11573522"/>
              <a:gd name="connsiteY53" fmla="*/ 2621371 h 3439886"/>
              <a:gd name="connsiteX54" fmla="*/ 903310 w 11573522"/>
              <a:gd name="connsiteY54" fmla="*/ 2715864 h 3439886"/>
              <a:gd name="connsiteX55" fmla="*/ 900065 w 11573522"/>
              <a:gd name="connsiteY55" fmla="*/ 2721542 h 3439886"/>
              <a:gd name="connsiteX56" fmla="*/ 776757 w 11573522"/>
              <a:gd name="connsiteY56" fmla="*/ 2626238 h 3439886"/>
              <a:gd name="connsiteX57" fmla="*/ 776757 w 11573522"/>
              <a:gd name="connsiteY57" fmla="*/ 2804273 h 3439886"/>
              <a:gd name="connsiteX58" fmla="*/ 828271 w 11573522"/>
              <a:gd name="connsiteY58" fmla="*/ 2844017 h 3439886"/>
              <a:gd name="connsiteX59" fmla="*/ 824215 w 11573522"/>
              <a:gd name="connsiteY59" fmla="*/ 2850506 h 3439886"/>
              <a:gd name="connsiteX60" fmla="*/ 774729 w 11573522"/>
              <a:gd name="connsiteY60" fmla="*/ 2811978 h 3439886"/>
              <a:gd name="connsiteX61" fmla="*/ 586928 w 11573522"/>
              <a:gd name="connsiteY61" fmla="*/ 2954731 h 3439886"/>
              <a:gd name="connsiteX62" fmla="*/ 708208 w 11573522"/>
              <a:gd name="connsiteY62" fmla="*/ 3048817 h 3439886"/>
              <a:gd name="connsiteX63" fmla="*/ 704963 w 11573522"/>
              <a:gd name="connsiteY63" fmla="*/ 3054900 h 3439886"/>
              <a:gd name="connsiteX64" fmla="*/ 584900 w 11573522"/>
              <a:gd name="connsiteY64" fmla="*/ 2961625 h 3439886"/>
              <a:gd name="connsiteX65" fmla="*/ 584900 w 11573522"/>
              <a:gd name="connsiteY65" fmla="*/ 3140065 h 3439886"/>
              <a:gd name="connsiteX66" fmla="*/ 633168 w 11573522"/>
              <a:gd name="connsiteY66" fmla="*/ 3177375 h 3439886"/>
              <a:gd name="connsiteX67" fmla="*/ 629518 w 11573522"/>
              <a:gd name="connsiteY67" fmla="*/ 3183052 h 3439886"/>
              <a:gd name="connsiteX68" fmla="*/ 582872 w 11573522"/>
              <a:gd name="connsiteY68" fmla="*/ 3146960 h 3439886"/>
              <a:gd name="connsiteX69" fmla="*/ 388175 w 11573522"/>
              <a:gd name="connsiteY69" fmla="*/ 3295390 h 3439886"/>
              <a:gd name="connsiteX70" fmla="*/ 191856 w 11573522"/>
              <a:gd name="connsiteY70" fmla="*/ 3143310 h 3439886"/>
              <a:gd name="connsiteX71" fmla="*/ 191856 w 11573522"/>
              <a:gd name="connsiteY71" fmla="*/ 3082477 h 3439886"/>
              <a:gd name="connsiteX72" fmla="*/ 198752 w 11573522"/>
              <a:gd name="connsiteY72" fmla="*/ 3085316 h 3439886"/>
              <a:gd name="connsiteX73" fmla="*/ 198752 w 11573522"/>
              <a:gd name="connsiteY73" fmla="*/ 3140065 h 3439886"/>
              <a:gd name="connsiteX74" fmla="*/ 384930 w 11573522"/>
              <a:gd name="connsiteY74" fmla="*/ 3284034 h 3439886"/>
              <a:gd name="connsiteX75" fmla="*/ 384930 w 11573522"/>
              <a:gd name="connsiteY75" fmla="*/ 3105999 h 3439886"/>
              <a:gd name="connsiteX76" fmla="*/ 198752 w 11573522"/>
              <a:gd name="connsiteY76" fmla="*/ 2961625 h 3439886"/>
              <a:gd name="connsiteX77" fmla="*/ 198752 w 11573522"/>
              <a:gd name="connsiteY77" fmla="*/ 3084911 h 3439886"/>
              <a:gd name="connsiteX78" fmla="*/ 191856 w 11573522"/>
              <a:gd name="connsiteY78" fmla="*/ 3082072 h 3439886"/>
              <a:gd name="connsiteX79" fmla="*/ 191856 w 11573522"/>
              <a:gd name="connsiteY79" fmla="*/ 2953108 h 3439886"/>
              <a:gd name="connsiteX80" fmla="*/ 259189 w 11573522"/>
              <a:gd name="connsiteY80" fmla="*/ 2902009 h 3439886"/>
              <a:gd name="connsiteX81" fmla="*/ 383713 w 11573522"/>
              <a:gd name="connsiteY81" fmla="*/ 2807517 h 3439886"/>
              <a:gd name="connsiteX82" fmla="*/ 383713 w 11573522"/>
              <a:gd name="connsiteY82" fmla="*/ 2715053 h 3439886"/>
              <a:gd name="connsiteX83" fmla="*/ 390609 w 11573522"/>
              <a:gd name="connsiteY83" fmla="*/ 2716269 h 3439886"/>
              <a:gd name="connsiteX84" fmla="*/ 390609 w 11573522"/>
              <a:gd name="connsiteY84" fmla="*/ 2804273 h 3439886"/>
              <a:gd name="connsiteX85" fmla="*/ 576788 w 11573522"/>
              <a:gd name="connsiteY85" fmla="*/ 2948647 h 3439886"/>
              <a:gd name="connsiteX86" fmla="*/ 576788 w 11573522"/>
              <a:gd name="connsiteY86" fmla="*/ 2770612 h 3439886"/>
              <a:gd name="connsiteX87" fmla="*/ 489174 w 11573522"/>
              <a:gd name="connsiteY87" fmla="*/ 2702481 h 3439886"/>
              <a:gd name="connsiteX88" fmla="*/ 492825 w 11573522"/>
              <a:gd name="connsiteY88" fmla="*/ 2697209 h 3439886"/>
              <a:gd name="connsiteX89" fmla="*/ 580033 w 11573522"/>
              <a:gd name="connsiteY89" fmla="*/ 2764529 h 3439886"/>
              <a:gd name="connsiteX90" fmla="*/ 767834 w 11573522"/>
              <a:gd name="connsiteY90" fmla="*/ 2621777 h 3439886"/>
              <a:gd name="connsiteX91" fmla="*/ 626679 w 11573522"/>
              <a:gd name="connsiteY91" fmla="*/ 2512280 h 3439886"/>
              <a:gd name="connsiteX92" fmla="*/ 630735 w 11573522"/>
              <a:gd name="connsiteY92" fmla="*/ 2507007 h 3439886"/>
              <a:gd name="connsiteX93" fmla="*/ 771079 w 11573522"/>
              <a:gd name="connsiteY93" fmla="*/ 2615693 h 3439886"/>
              <a:gd name="connsiteX94" fmla="*/ 771079 w 11573522"/>
              <a:gd name="connsiteY94" fmla="*/ 2437659 h 3439886"/>
              <a:gd name="connsiteX95" fmla="*/ 713481 w 11573522"/>
              <a:gd name="connsiteY95" fmla="*/ 2392644 h 3439886"/>
              <a:gd name="connsiteX96" fmla="*/ 717131 w 11573522"/>
              <a:gd name="connsiteY96" fmla="*/ 2387372 h 3439886"/>
              <a:gd name="connsiteX97" fmla="*/ 774323 w 11573522"/>
              <a:gd name="connsiteY97" fmla="*/ 2431576 h 3439886"/>
              <a:gd name="connsiteX98" fmla="*/ 962125 w 11573522"/>
              <a:gd name="connsiteY98" fmla="*/ 2288824 h 3439886"/>
              <a:gd name="connsiteX99" fmla="*/ 774729 w 11573522"/>
              <a:gd name="connsiteY99" fmla="*/ 2143638 h 3439886"/>
              <a:gd name="connsiteX100" fmla="*/ 586928 w 11573522"/>
              <a:gd name="connsiteY100" fmla="*/ 2286391 h 3439886"/>
              <a:gd name="connsiteX101" fmla="*/ 717131 w 11573522"/>
              <a:gd name="connsiteY101" fmla="*/ 2387372 h 3439886"/>
              <a:gd name="connsiteX102" fmla="*/ 713075 w 11573522"/>
              <a:gd name="connsiteY102" fmla="*/ 2392644 h 3439886"/>
              <a:gd name="connsiteX103" fmla="*/ 584900 w 11573522"/>
              <a:gd name="connsiteY103" fmla="*/ 2293285 h 3439886"/>
              <a:gd name="connsiteX104" fmla="*/ 584900 w 11573522"/>
              <a:gd name="connsiteY104" fmla="*/ 2471319 h 3439886"/>
              <a:gd name="connsiteX105" fmla="*/ 630329 w 11573522"/>
              <a:gd name="connsiteY105" fmla="*/ 2506602 h 3439886"/>
              <a:gd name="connsiteX106" fmla="*/ 626679 w 11573522"/>
              <a:gd name="connsiteY106" fmla="*/ 2512280 h 3439886"/>
              <a:gd name="connsiteX107" fmla="*/ 582872 w 11573522"/>
              <a:gd name="connsiteY107" fmla="*/ 2478619 h 3439886"/>
              <a:gd name="connsiteX108" fmla="*/ 395071 w 11573522"/>
              <a:gd name="connsiteY108" fmla="*/ 2621371 h 3439886"/>
              <a:gd name="connsiteX109" fmla="*/ 492825 w 11573522"/>
              <a:gd name="connsiteY109" fmla="*/ 2696804 h 3439886"/>
              <a:gd name="connsiteX110" fmla="*/ 488769 w 11573522"/>
              <a:gd name="connsiteY110" fmla="*/ 2702481 h 3439886"/>
              <a:gd name="connsiteX111" fmla="*/ 390609 w 11573522"/>
              <a:gd name="connsiteY111" fmla="*/ 2626238 h 3439886"/>
              <a:gd name="connsiteX112" fmla="*/ 390609 w 11573522"/>
              <a:gd name="connsiteY112" fmla="*/ 2715864 h 3439886"/>
              <a:gd name="connsiteX113" fmla="*/ 383713 w 11573522"/>
              <a:gd name="connsiteY113" fmla="*/ 2714647 h 3439886"/>
              <a:gd name="connsiteX114" fmla="*/ 383713 w 11573522"/>
              <a:gd name="connsiteY114" fmla="*/ 2623399 h 3439886"/>
              <a:gd name="connsiteX115" fmla="*/ 375601 w 11573522"/>
              <a:gd name="connsiteY115" fmla="*/ 2616910 h 3439886"/>
              <a:gd name="connsiteX116" fmla="*/ 375601 w 11573522"/>
              <a:gd name="connsiteY116" fmla="*/ 2608394 h 3439886"/>
              <a:gd name="connsiteX117" fmla="*/ 384930 w 11573522"/>
              <a:gd name="connsiteY117" fmla="*/ 2615693 h 3439886"/>
              <a:gd name="connsiteX118" fmla="*/ 384930 w 11573522"/>
              <a:gd name="connsiteY118" fmla="*/ 2437659 h 3439886"/>
              <a:gd name="connsiteX119" fmla="*/ 375601 w 11573522"/>
              <a:gd name="connsiteY119" fmla="*/ 2430360 h 3439886"/>
              <a:gd name="connsiteX120" fmla="*/ 375601 w 11573522"/>
              <a:gd name="connsiteY120" fmla="*/ 2421843 h 3439886"/>
              <a:gd name="connsiteX121" fmla="*/ 388175 w 11573522"/>
              <a:gd name="connsiteY121" fmla="*/ 2431576 h 3439886"/>
              <a:gd name="connsiteX122" fmla="*/ 575977 w 11573522"/>
              <a:gd name="connsiteY122" fmla="*/ 2288824 h 3439886"/>
              <a:gd name="connsiteX123" fmla="*/ 388580 w 11573522"/>
              <a:gd name="connsiteY123" fmla="*/ 2143638 h 3439886"/>
              <a:gd name="connsiteX124" fmla="*/ 200780 w 11573522"/>
              <a:gd name="connsiteY124" fmla="*/ 2286391 h 3439886"/>
              <a:gd name="connsiteX125" fmla="*/ 375195 w 11573522"/>
              <a:gd name="connsiteY125" fmla="*/ 2421843 h 3439886"/>
              <a:gd name="connsiteX126" fmla="*/ 375195 w 11573522"/>
              <a:gd name="connsiteY126" fmla="*/ 2429954 h 3439886"/>
              <a:gd name="connsiteX127" fmla="*/ 198752 w 11573522"/>
              <a:gd name="connsiteY127" fmla="*/ 2293285 h 3439886"/>
              <a:gd name="connsiteX128" fmla="*/ 198752 w 11573522"/>
              <a:gd name="connsiteY128" fmla="*/ 2471319 h 3439886"/>
              <a:gd name="connsiteX129" fmla="*/ 375195 w 11573522"/>
              <a:gd name="connsiteY129" fmla="*/ 2608394 h 3439886"/>
              <a:gd name="connsiteX130" fmla="*/ 375195 w 11573522"/>
              <a:gd name="connsiteY130" fmla="*/ 2616910 h 3439886"/>
              <a:gd name="connsiteX131" fmla="*/ 191856 w 11573522"/>
              <a:gd name="connsiteY131" fmla="*/ 2474563 h 3439886"/>
              <a:gd name="connsiteX132" fmla="*/ 191856 w 11573522"/>
              <a:gd name="connsiteY132" fmla="*/ 2284768 h 3439886"/>
              <a:gd name="connsiteX133" fmla="*/ 383713 w 11573522"/>
              <a:gd name="connsiteY133" fmla="*/ 2138772 h 3439886"/>
              <a:gd name="connsiteX134" fmla="*/ 383713 w 11573522"/>
              <a:gd name="connsiteY134" fmla="*/ 1959926 h 3439886"/>
              <a:gd name="connsiteX135" fmla="*/ 390609 w 11573522"/>
              <a:gd name="connsiteY135" fmla="*/ 1965198 h 3439886"/>
              <a:gd name="connsiteX136" fmla="*/ 390609 w 11573522"/>
              <a:gd name="connsiteY136" fmla="*/ 2136339 h 3439886"/>
              <a:gd name="connsiteX137" fmla="*/ 576788 w 11573522"/>
              <a:gd name="connsiteY137" fmla="*/ 2280307 h 3439886"/>
              <a:gd name="connsiteX138" fmla="*/ 576788 w 11573522"/>
              <a:gd name="connsiteY138" fmla="*/ 2102272 h 3439886"/>
              <a:gd name="connsiteX139" fmla="*/ 390609 w 11573522"/>
              <a:gd name="connsiteY139" fmla="*/ 1957898 h 3439886"/>
              <a:gd name="connsiteX140" fmla="*/ 390609 w 11573522"/>
              <a:gd name="connsiteY140" fmla="*/ 1964792 h 3439886"/>
              <a:gd name="connsiteX141" fmla="*/ 383713 w 11573522"/>
              <a:gd name="connsiteY141" fmla="*/ 1959520 h 3439886"/>
              <a:gd name="connsiteX142" fmla="*/ 383713 w 11573522"/>
              <a:gd name="connsiteY142" fmla="*/ 1949382 h 3439886"/>
              <a:gd name="connsiteX143" fmla="*/ 569487 w 11573522"/>
              <a:gd name="connsiteY143" fmla="*/ 1808251 h 3439886"/>
              <a:gd name="connsiteX144" fmla="*/ 575166 w 11573522"/>
              <a:gd name="connsiteY144" fmla="*/ 1812307 h 3439886"/>
              <a:gd name="connsiteX145" fmla="*/ 392637 w 11573522"/>
              <a:gd name="connsiteY145" fmla="*/ 1951004 h 3439886"/>
              <a:gd name="connsiteX146" fmla="*/ 580033 w 11573522"/>
              <a:gd name="connsiteY146" fmla="*/ 2096594 h 3439886"/>
              <a:gd name="connsiteX147" fmla="*/ 767834 w 11573522"/>
              <a:gd name="connsiteY147" fmla="*/ 1953437 h 3439886"/>
              <a:gd name="connsiteX148" fmla="*/ 580438 w 11573522"/>
              <a:gd name="connsiteY148" fmla="*/ 1808251 h 3439886"/>
              <a:gd name="connsiteX149" fmla="*/ 575166 w 11573522"/>
              <a:gd name="connsiteY149" fmla="*/ 1812307 h 3439886"/>
              <a:gd name="connsiteX150" fmla="*/ 569893 w 11573522"/>
              <a:gd name="connsiteY150" fmla="*/ 1807846 h 3439886"/>
              <a:gd name="connsiteX151" fmla="*/ 578005 w 11573522"/>
              <a:gd name="connsiteY151" fmla="*/ 1801763 h 3439886"/>
              <a:gd name="connsiteX152" fmla="*/ 578005 w 11573522"/>
              <a:gd name="connsiteY152" fmla="*/ 1795679 h 3439886"/>
              <a:gd name="connsiteX153" fmla="*/ 584900 w 11573522"/>
              <a:gd name="connsiteY153" fmla="*/ 1795679 h 3439886"/>
              <a:gd name="connsiteX154" fmla="*/ 584900 w 11573522"/>
              <a:gd name="connsiteY154" fmla="*/ 1802168 h 3439886"/>
              <a:gd name="connsiteX155" fmla="*/ 771079 w 11573522"/>
              <a:gd name="connsiteY155" fmla="*/ 1946137 h 3439886"/>
              <a:gd name="connsiteX156" fmla="*/ 771079 w 11573522"/>
              <a:gd name="connsiteY156" fmla="*/ 1783107 h 3439886"/>
              <a:gd name="connsiteX157" fmla="*/ 771079 w 11573522"/>
              <a:gd name="connsiteY157" fmla="*/ 1768508 h 3439886"/>
              <a:gd name="connsiteX158" fmla="*/ 584900 w 11573522"/>
              <a:gd name="connsiteY158" fmla="*/ 1624133 h 3439886"/>
              <a:gd name="connsiteX159" fmla="*/ 584900 w 11573522"/>
              <a:gd name="connsiteY159" fmla="*/ 1785541 h 3439886"/>
              <a:gd name="connsiteX160" fmla="*/ 584900 w 11573522"/>
              <a:gd name="connsiteY160" fmla="*/ 1795274 h 3439886"/>
              <a:gd name="connsiteX161" fmla="*/ 578005 w 11573522"/>
              <a:gd name="connsiteY161" fmla="*/ 1795274 h 3439886"/>
              <a:gd name="connsiteX162" fmla="*/ 578005 w 11573522"/>
              <a:gd name="connsiteY162" fmla="*/ 1621294 h 3439886"/>
              <a:gd name="connsiteX163" fmla="*/ 437661 w 11573522"/>
              <a:gd name="connsiteY163" fmla="*/ 1512608 h 3439886"/>
              <a:gd name="connsiteX164" fmla="*/ 441312 w 11573522"/>
              <a:gd name="connsiteY164" fmla="*/ 1506930 h 3439886"/>
              <a:gd name="connsiteX165" fmla="*/ 578816 w 11573522"/>
              <a:gd name="connsiteY165" fmla="*/ 1613589 h 3439886"/>
              <a:gd name="connsiteX166" fmla="*/ 578816 w 11573522"/>
              <a:gd name="connsiteY166" fmla="*/ 1435555 h 3439886"/>
              <a:gd name="connsiteX167" fmla="*/ 513106 w 11573522"/>
              <a:gd name="connsiteY167" fmla="*/ 1384456 h 3439886"/>
              <a:gd name="connsiteX168" fmla="*/ 516350 w 11573522"/>
              <a:gd name="connsiteY168" fmla="*/ 1378372 h 3439886"/>
              <a:gd name="connsiteX169" fmla="*/ 582061 w 11573522"/>
              <a:gd name="connsiteY169" fmla="*/ 1429472 h 3439886"/>
              <a:gd name="connsiteX170" fmla="*/ 769862 w 11573522"/>
              <a:gd name="connsiteY170" fmla="*/ 1286719 h 3439886"/>
              <a:gd name="connsiteX171" fmla="*/ 632763 w 11573522"/>
              <a:gd name="connsiteY171" fmla="*/ 1180060 h 3439886"/>
              <a:gd name="connsiteX172" fmla="*/ 636413 w 11573522"/>
              <a:gd name="connsiteY172" fmla="*/ 1173571 h 3439886"/>
              <a:gd name="connsiteX173" fmla="*/ 771079 w 11573522"/>
              <a:gd name="connsiteY173" fmla="*/ 1278203 h 3439886"/>
              <a:gd name="connsiteX174" fmla="*/ 771079 w 11573522"/>
              <a:gd name="connsiteY174" fmla="*/ 1099762 h 3439886"/>
              <a:gd name="connsiteX175" fmla="*/ 708208 w 11573522"/>
              <a:gd name="connsiteY175" fmla="*/ 1051096 h 3439886"/>
              <a:gd name="connsiteX176" fmla="*/ 711453 w 11573522"/>
              <a:gd name="connsiteY176" fmla="*/ 1045419 h 3439886"/>
              <a:gd name="connsiteX177" fmla="*/ 774323 w 11573522"/>
              <a:gd name="connsiteY177" fmla="*/ 1094085 h 3439886"/>
              <a:gd name="connsiteX178" fmla="*/ 962125 w 11573522"/>
              <a:gd name="connsiteY178" fmla="*/ 951332 h 3439886"/>
              <a:gd name="connsiteX179" fmla="*/ 777163 w 11573522"/>
              <a:gd name="connsiteY179" fmla="*/ 807769 h 3439886"/>
              <a:gd name="connsiteX180" fmla="*/ 589362 w 11573522"/>
              <a:gd name="connsiteY180" fmla="*/ 950521 h 3439886"/>
              <a:gd name="connsiteX181" fmla="*/ 711453 w 11573522"/>
              <a:gd name="connsiteY181" fmla="*/ 1045013 h 3439886"/>
              <a:gd name="connsiteX182" fmla="*/ 707802 w 11573522"/>
              <a:gd name="connsiteY182" fmla="*/ 1051096 h 3439886"/>
              <a:gd name="connsiteX183" fmla="*/ 584900 w 11573522"/>
              <a:gd name="connsiteY183" fmla="*/ 955388 h 3439886"/>
              <a:gd name="connsiteX184" fmla="*/ 584900 w 11573522"/>
              <a:gd name="connsiteY184" fmla="*/ 1133828 h 3439886"/>
              <a:gd name="connsiteX185" fmla="*/ 636008 w 11573522"/>
              <a:gd name="connsiteY185" fmla="*/ 1173571 h 3439886"/>
              <a:gd name="connsiteX186" fmla="*/ 632357 w 11573522"/>
              <a:gd name="connsiteY186" fmla="*/ 1180060 h 3439886"/>
              <a:gd name="connsiteX187" fmla="*/ 582872 w 11573522"/>
              <a:gd name="connsiteY187" fmla="*/ 1141534 h 3439886"/>
              <a:gd name="connsiteX188" fmla="*/ 395071 w 11573522"/>
              <a:gd name="connsiteY188" fmla="*/ 1284286 h 3439886"/>
              <a:gd name="connsiteX189" fmla="*/ 516350 w 11573522"/>
              <a:gd name="connsiteY189" fmla="*/ 1378372 h 3439886"/>
              <a:gd name="connsiteX190" fmla="*/ 512700 w 11573522"/>
              <a:gd name="connsiteY190" fmla="*/ 1384050 h 3439886"/>
              <a:gd name="connsiteX191" fmla="*/ 392637 w 11573522"/>
              <a:gd name="connsiteY191" fmla="*/ 1291180 h 3439886"/>
              <a:gd name="connsiteX192" fmla="*/ 392637 w 11573522"/>
              <a:gd name="connsiteY192" fmla="*/ 1469214 h 3439886"/>
              <a:gd name="connsiteX193" fmla="*/ 440906 w 11573522"/>
              <a:gd name="connsiteY193" fmla="*/ 1506525 h 3439886"/>
              <a:gd name="connsiteX194" fmla="*/ 437661 w 11573522"/>
              <a:gd name="connsiteY194" fmla="*/ 1512608 h 3439886"/>
              <a:gd name="connsiteX195" fmla="*/ 391015 w 11573522"/>
              <a:gd name="connsiteY195" fmla="*/ 1476514 h 3439886"/>
              <a:gd name="connsiteX196" fmla="*/ 195912 w 11573522"/>
              <a:gd name="connsiteY196" fmla="*/ 1624539 h 3439886"/>
              <a:gd name="connsiteX197" fmla="*/ 0 w 11573522"/>
              <a:gd name="connsiteY197" fmla="*/ 1472459 h 3439886"/>
              <a:gd name="connsiteX198" fmla="*/ 0 w 11573522"/>
              <a:gd name="connsiteY198" fmla="*/ 1412033 h 3439886"/>
              <a:gd name="connsiteX199" fmla="*/ 6490 w 11573522"/>
              <a:gd name="connsiteY199" fmla="*/ 1414872 h 3439886"/>
              <a:gd name="connsiteX200" fmla="*/ 6490 w 11573522"/>
              <a:gd name="connsiteY200" fmla="*/ 1469214 h 3439886"/>
              <a:gd name="connsiteX201" fmla="*/ 192668 w 11573522"/>
              <a:gd name="connsiteY201" fmla="*/ 1613589 h 3439886"/>
              <a:gd name="connsiteX202" fmla="*/ 192668 w 11573522"/>
              <a:gd name="connsiteY202" fmla="*/ 1435555 h 3439886"/>
              <a:gd name="connsiteX203" fmla="*/ 6490 w 11573522"/>
              <a:gd name="connsiteY203" fmla="*/ 1291180 h 3439886"/>
              <a:gd name="connsiteX204" fmla="*/ 6490 w 11573522"/>
              <a:gd name="connsiteY204" fmla="*/ 1414466 h 3439886"/>
              <a:gd name="connsiteX205" fmla="*/ 0 w 11573522"/>
              <a:gd name="connsiteY205" fmla="*/ 1411627 h 3439886"/>
              <a:gd name="connsiteX206" fmla="*/ 0 w 11573522"/>
              <a:gd name="connsiteY206" fmla="*/ 1282664 h 3439886"/>
              <a:gd name="connsiteX207" fmla="*/ 66926 w 11573522"/>
              <a:gd name="connsiteY207" fmla="*/ 1231565 h 3439886"/>
              <a:gd name="connsiteX208" fmla="*/ 73821 w 11573522"/>
              <a:gd name="connsiteY208" fmla="*/ 1234809 h 3439886"/>
              <a:gd name="connsiteX209" fmla="*/ 8924 w 11573522"/>
              <a:gd name="connsiteY209" fmla="*/ 1284286 h 3439886"/>
              <a:gd name="connsiteX210" fmla="*/ 196318 w 11573522"/>
              <a:gd name="connsiteY210" fmla="*/ 1429472 h 3439886"/>
              <a:gd name="connsiteX211" fmla="*/ 384119 w 11573522"/>
              <a:gd name="connsiteY211" fmla="*/ 1286719 h 3439886"/>
              <a:gd name="connsiteX212" fmla="*/ 196724 w 11573522"/>
              <a:gd name="connsiteY212" fmla="*/ 1141534 h 3439886"/>
              <a:gd name="connsiteX213" fmla="*/ 74227 w 11573522"/>
              <a:gd name="connsiteY213" fmla="*/ 1234403 h 3439886"/>
              <a:gd name="connsiteX214" fmla="*/ 67332 w 11573522"/>
              <a:gd name="connsiteY214" fmla="*/ 1231159 h 3439886"/>
              <a:gd name="connsiteX215" fmla="*/ 191856 w 11573522"/>
              <a:gd name="connsiteY215" fmla="*/ 1136667 h 3439886"/>
              <a:gd name="connsiteX216" fmla="*/ 191856 w 11573522"/>
              <a:gd name="connsiteY216" fmla="*/ 1044607 h 3439886"/>
              <a:gd name="connsiteX217" fmla="*/ 198752 w 11573522"/>
              <a:gd name="connsiteY217" fmla="*/ 1045419 h 3439886"/>
              <a:gd name="connsiteX218" fmla="*/ 198752 w 11573522"/>
              <a:gd name="connsiteY218" fmla="*/ 1133828 h 3439886"/>
              <a:gd name="connsiteX219" fmla="*/ 384524 w 11573522"/>
              <a:gd name="connsiteY219" fmla="*/ 1278203 h 3439886"/>
              <a:gd name="connsiteX220" fmla="*/ 384524 w 11573522"/>
              <a:gd name="connsiteY220" fmla="*/ 1099762 h 3439886"/>
              <a:gd name="connsiteX221" fmla="*/ 296912 w 11573522"/>
              <a:gd name="connsiteY221" fmla="*/ 1032037 h 3439886"/>
              <a:gd name="connsiteX222" fmla="*/ 300968 w 11573522"/>
              <a:gd name="connsiteY222" fmla="*/ 1026359 h 3439886"/>
              <a:gd name="connsiteX223" fmla="*/ 388175 w 11573522"/>
              <a:gd name="connsiteY223" fmla="*/ 1094085 h 3439886"/>
              <a:gd name="connsiteX224" fmla="*/ 575977 w 11573522"/>
              <a:gd name="connsiteY224" fmla="*/ 951332 h 3439886"/>
              <a:gd name="connsiteX225" fmla="*/ 434822 w 11573522"/>
              <a:gd name="connsiteY225" fmla="*/ 841835 h 3439886"/>
              <a:gd name="connsiteX226" fmla="*/ 438878 w 11573522"/>
              <a:gd name="connsiteY226" fmla="*/ 836158 h 3439886"/>
              <a:gd name="connsiteX227" fmla="*/ 578816 w 11573522"/>
              <a:gd name="connsiteY227" fmla="*/ 944843 h 3439886"/>
              <a:gd name="connsiteX228" fmla="*/ 578816 w 11573522"/>
              <a:gd name="connsiteY228" fmla="*/ 766808 h 3439886"/>
              <a:gd name="connsiteX229" fmla="*/ 521218 w 11573522"/>
              <a:gd name="connsiteY229" fmla="*/ 722199 h 3439886"/>
              <a:gd name="connsiteX230" fmla="*/ 525274 w 11573522"/>
              <a:gd name="connsiteY230" fmla="*/ 716927 h 3439886"/>
              <a:gd name="connsiteX231" fmla="*/ 582061 w 11573522"/>
              <a:gd name="connsiteY231" fmla="*/ 761131 h 3439886"/>
              <a:gd name="connsiteX232" fmla="*/ 769862 w 11573522"/>
              <a:gd name="connsiteY232" fmla="*/ 618379 h 3439886"/>
              <a:gd name="connsiteX233" fmla="*/ 582872 w 11573522"/>
              <a:gd name="connsiteY233" fmla="*/ 472787 h 3439886"/>
              <a:gd name="connsiteX234" fmla="*/ 395071 w 11573522"/>
              <a:gd name="connsiteY234" fmla="*/ 615540 h 3439886"/>
              <a:gd name="connsiteX235" fmla="*/ 524868 w 11573522"/>
              <a:gd name="connsiteY235" fmla="*/ 716521 h 3439886"/>
              <a:gd name="connsiteX236" fmla="*/ 521218 w 11573522"/>
              <a:gd name="connsiteY236" fmla="*/ 722199 h 3439886"/>
              <a:gd name="connsiteX237" fmla="*/ 392637 w 11573522"/>
              <a:gd name="connsiteY237" fmla="*/ 622434 h 3439886"/>
              <a:gd name="connsiteX238" fmla="*/ 392637 w 11573522"/>
              <a:gd name="connsiteY238" fmla="*/ 800875 h 3439886"/>
              <a:gd name="connsiteX239" fmla="*/ 438472 w 11573522"/>
              <a:gd name="connsiteY239" fmla="*/ 836158 h 3439886"/>
              <a:gd name="connsiteX240" fmla="*/ 434416 w 11573522"/>
              <a:gd name="connsiteY240" fmla="*/ 841430 h 3439886"/>
              <a:gd name="connsiteX241" fmla="*/ 391015 w 11573522"/>
              <a:gd name="connsiteY241" fmla="*/ 807769 h 3439886"/>
              <a:gd name="connsiteX242" fmla="*/ 203214 w 11573522"/>
              <a:gd name="connsiteY242" fmla="*/ 950521 h 3439886"/>
              <a:gd name="connsiteX243" fmla="*/ 300968 w 11573522"/>
              <a:gd name="connsiteY243" fmla="*/ 1026359 h 3439886"/>
              <a:gd name="connsiteX244" fmla="*/ 296912 w 11573522"/>
              <a:gd name="connsiteY244" fmla="*/ 1031630 h 3439886"/>
              <a:gd name="connsiteX245" fmla="*/ 198752 w 11573522"/>
              <a:gd name="connsiteY245" fmla="*/ 955388 h 3439886"/>
              <a:gd name="connsiteX246" fmla="*/ 198752 w 11573522"/>
              <a:gd name="connsiteY246" fmla="*/ 1045013 h 3439886"/>
              <a:gd name="connsiteX247" fmla="*/ 191856 w 11573522"/>
              <a:gd name="connsiteY247" fmla="*/ 1044202 h 3439886"/>
              <a:gd name="connsiteX248" fmla="*/ 191856 w 11573522"/>
              <a:gd name="connsiteY248" fmla="*/ 952954 h 3439886"/>
              <a:gd name="connsiteX249" fmla="*/ 183744 w 11573522"/>
              <a:gd name="connsiteY249" fmla="*/ 946465 h 3439886"/>
              <a:gd name="connsiteX250" fmla="*/ 183744 w 11573522"/>
              <a:gd name="connsiteY250" fmla="*/ 937949 h 3439886"/>
              <a:gd name="connsiteX251" fmla="*/ 192668 w 11573522"/>
              <a:gd name="connsiteY251" fmla="*/ 944843 h 3439886"/>
              <a:gd name="connsiteX252" fmla="*/ 192668 w 11573522"/>
              <a:gd name="connsiteY252" fmla="*/ 766808 h 3439886"/>
              <a:gd name="connsiteX253" fmla="*/ 183744 w 11573522"/>
              <a:gd name="connsiteY253" fmla="*/ 759914 h 3439886"/>
              <a:gd name="connsiteX254" fmla="*/ 183744 w 11573522"/>
              <a:gd name="connsiteY254" fmla="*/ 751398 h 3439886"/>
              <a:gd name="connsiteX255" fmla="*/ 196318 w 11573522"/>
              <a:gd name="connsiteY255" fmla="*/ 761131 h 3439886"/>
              <a:gd name="connsiteX256" fmla="*/ 384119 w 11573522"/>
              <a:gd name="connsiteY256" fmla="*/ 618379 h 3439886"/>
              <a:gd name="connsiteX257" fmla="*/ 196724 w 11573522"/>
              <a:gd name="connsiteY257" fmla="*/ 472787 h 3439886"/>
              <a:gd name="connsiteX258" fmla="*/ 8924 w 11573522"/>
              <a:gd name="connsiteY258" fmla="*/ 615540 h 3439886"/>
              <a:gd name="connsiteX259" fmla="*/ 183339 w 11573522"/>
              <a:gd name="connsiteY259" fmla="*/ 750992 h 3439886"/>
              <a:gd name="connsiteX260" fmla="*/ 183339 w 11573522"/>
              <a:gd name="connsiteY260" fmla="*/ 759508 h 3439886"/>
              <a:gd name="connsiteX261" fmla="*/ 6490 w 11573522"/>
              <a:gd name="connsiteY261" fmla="*/ 622434 h 3439886"/>
              <a:gd name="connsiteX262" fmla="*/ 6490 w 11573522"/>
              <a:gd name="connsiteY262" fmla="*/ 800875 h 3439886"/>
              <a:gd name="connsiteX263" fmla="*/ 183339 w 11573522"/>
              <a:gd name="connsiteY263" fmla="*/ 937544 h 3439886"/>
              <a:gd name="connsiteX264" fmla="*/ 183339 w 11573522"/>
              <a:gd name="connsiteY264" fmla="*/ 946060 h 3439886"/>
              <a:gd name="connsiteX265" fmla="*/ 0 w 11573522"/>
              <a:gd name="connsiteY265" fmla="*/ 804119 h 3439886"/>
              <a:gd name="connsiteX266" fmla="*/ 0 w 11573522"/>
              <a:gd name="connsiteY266" fmla="*/ 613917 h 3439886"/>
              <a:gd name="connsiteX267" fmla="*/ 191856 w 11573522"/>
              <a:gd name="connsiteY267" fmla="*/ 468327 h 3439886"/>
              <a:gd name="connsiteX268" fmla="*/ 191856 w 11573522"/>
              <a:gd name="connsiteY268" fmla="*/ 289076 h 3439886"/>
              <a:gd name="connsiteX269" fmla="*/ 198752 w 11573522"/>
              <a:gd name="connsiteY269" fmla="*/ 294348 h 3439886"/>
              <a:gd name="connsiteX270" fmla="*/ 198752 w 11573522"/>
              <a:gd name="connsiteY270" fmla="*/ 465488 h 3439886"/>
              <a:gd name="connsiteX271" fmla="*/ 384524 w 11573522"/>
              <a:gd name="connsiteY271" fmla="*/ 609862 h 3439886"/>
              <a:gd name="connsiteX272" fmla="*/ 384524 w 11573522"/>
              <a:gd name="connsiteY272" fmla="*/ 431828 h 3439886"/>
              <a:gd name="connsiteX273" fmla="*/ 198752 w 11573522"/>
              <a:gd name="connsiteY273" fmla="*/ 287453 h 3439886"/>
              <a:gd name="connsiteX274" fmla="*/ 198752 w 11573522"/>
              <a:gd name="connsiteY274" fmla="*/ 293942 h 3439886"/>
              <a:gd name="connsiteX275" fmla="*/ 191856 w 11573522"/>
              <a:gd name="connsiteY275" fmla="*/ 288670 h 3439886"/>
              <a:gd name="connsiteX276" fmla="*/ 191856 w 11573522"/>
              <a:gd name="connsiteY276" fmla="*/ 278937 h 3439886"/>
              <a:gd name="connsiteX277" fmla="*/ 377629 w 11573522"/>
              <a:gd name="connsiteY277" fmla="*/ 137401 h 3439886"/>
              <a:gd name="connsiteX278" fmla="*/ 383308 w 11573522"/>
              <a:gd name="connsiteY278" fmla="*/ 141862 h 3439886"/>
              <a:gd name="connsiteX279" fmla="*/ 200780 w 11573522"/>
              <a:gd name="connsiteY279" fmla="*/ 280559 h 3439886"/>
              <a:gd name="connsiteX280" fmla="*/ 388175 w 11573522"/>
              <a:gd name="connsiteY280" fmla="*/ 425745 h 3439886"/>
              <a:gd name="connsiteX281" fmla="*/ 575977 w 11573522"/>
              <a:gd name="connsiteY281" fmla="*/ 282993 h 3439886"/>
              <a:gd name="connsiteX282" fmla="*/ 388580 w 11573522"/>
              <a:gd name="connsiteY282" fmla="*/ 137807 h 3439886"/>
              <a:gd name="connsiteX283" fmla="*/ 383308 w 11573522"/>
              <a:gd name="connsiteY283" fmla="*/ 141862 h 3439886"/>
              <a:gd name="connsiteX284" fmla="*/ 378035 w 11573522"/>
              <a:gd name="connsiteY284" fmla="*/ 137401 h 3439886"/>
              <a:gd name="connsiteX285" fmla="*/ 386147 w 11573522"/>
              <a:gd name="connsiteY285" fmla="*/ 131318 h 3439886"/>
              <a:gd name="connsiteX286" fmla="*/ 386147 w 11573522"/>
              <a:gd name="connsiteY286" fmla="*/ 1350 h 34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</a:cxnLst>
            <a:rect l="l" t="t" r="r" b="b"/>
            <a:pathLst>
              <a:path w="11573522" h="3439886">
                <a:moveTo>
                  <a:pt x="388580" y="2811978"/>
                </a:moveTo>
                <a:cubicBezTo>
                  <a:pt x="266084" y="2905253"/>
                  <a:pt x="266084" y="2905253"/>
                  <a:pt x="266084" y="2905253"/>
                </a:cubicBezTo>
                <a:cubicBezTo>
                  <a:pt x="200780" y="2954731"/>
                  <a:pt x="200780" y="2954731"/>
                  <a:pt x="200780" y="2954731"/>
                </a:cubicBezTo>
                <a:cubicBezTo>
                  <a:pt x="388175" y="3100322"/>
                  <a:pt x="388175" y="3100322"/>
                  <a:pt x="388175" y="3100322"/>
                </a:cubicBezTo>
                <a:cubicBezTo>
                  <a:pt x="575977" y="2957569"/>
                  <a:pt x="575977" y="2957569"/>
                  <a:pt x="575977" y="2957569"/>
                </a:cubicBezTo>
                <a:cubicBezTo>
                  <a:pt x="388580" y="2811978"/>
                  <a:pt x="388580" y="2811978"/>
                  <a:pt x="388580" y="2811978"/>
                </a:cubicBezTo>
                <a:close/>
                <a:moveTo>
                  <a:pt x="386147" y="0"/>
                </a:moveTo>
                <a:lnTo>
                  <a:pt x="392637" y="0"/>
                </a:lnTo>
                <a:lnTo>
                  <a:pt x="392637" y="28893"/>
                </a:lnTo>
                <a:cubicBezTo>
                  <a:pt x="392637" y="131318"/>
                  <a:pt x="392637" y="131318"/>
                  <a:pt x="392637" y="131318"/>
                </a:cubicBezTo>
                <a:cubicBezTo>
                  <a:pt x="578816" y="275693"/>
                  <a:pt x="578816" y="275693"/>
                  <a:pt x="578816" y="275693"/>
                </a:cubicBezTo>
                <a:cubicBezTo>
                  <a:pt x="578816" y="97658"/>
                  <a:pt x="578816" y="97658"/>
                  <a:pt x="578816" y="97658"/>
                </a:cubicBezTo>
                <a:cubicBezTo>
                  <a:pt x="521320" y="52946"/>
                  <a:pt x="485384" y="25001"/>
                  <a:pt x="462924" y="7536"/>
                </a:cubicBezTo>
                <a:lnTo>
                  <a:pt x="453234" y="0"/>
                </a:lnTo>
                <a:lnTo>
                  <a:pt x="464209" y="0"/>
                </a:lnTo>
                <a:lnTo>
                  <a:pt x="484510" y="15775"/>
                </a:lnTo>
                <a:cubicBezTo>
                  <a:pt x="582061" y="91574"/>
                  <a:pt x="582061" y="91574"/>
                  <a:pt x="582061" y="91574"/>
                </a:cubicBezTo>
                <a:cubicBezTo>
                  <a:pt x="638188" y="48992"/>
                  <a:pt x="673267" y="22378"/>
                  <a:pt x="695192" y="5744"/>
                </a:cubicBezTo>
                <a:lnTo>
                  <a:pt x="702764" y="0"/>
                </a:lnTo>
                <a:lnTo>
                  <a:pt x="2758098" y="0"/>
                </a:lnTo>
                <a:lnTo>
                  <a:pt x="2764588" y="0"/>
                </a:lnTo>
                <a:lnTo>
                  <a:pt x="2825185" y="0"/>
                </a:lnTo>
                <a:lnTo>
                  <a:pt x="2836160" y="0"/>
                </a:lnTo>
                <a:lnTo>
                  <a:pt x="3074715" y="0"/>
                </a:lnTo>
                <a:lnTo>
                  <a:pt x="9201571" y="0"/>
                </a:lnTo>
                <a:lnTo>
                  <a:pt x="11573522" y="0"/>
                </a:lnTo>
                <a:lnTo>
                  <a:pt x="11573522" y="3439886"/>
                </a:lnTo>
                <a:lnTo>
                  <a:pt x="962936" y="3439886"/>
                </a:lnTo>
                <a:lnTo>
                  <a:pt x="962936" y="3439632"/>
                </a:lnTo>
                <a:cubicBezTo>
                  <a:pt x="962936" y="3438953"/>
                  <a:pt x="962936" y="3438953"/>
                  <a:pt x="962936" y="3438953"/>
                </a:cubicBezTo>
                <a:cubicBezTo>
                  <a:pt x="776757" y="3294579"/>
                  <a:pt x="776757" y="3294579"/>
                  <a:pt x="776757" y="3294579"/>
                </a:cubicBezTo>
                <a:cubicBezTo>
                  <a:pt x="776757" y="3361342"/>
                  <a:pt x="776757" y="3403069"/>
                  <a:pt x="776757" y="3429148"/>
                </a:cubicBezTo>
                <a:lnTo>
                  <a:pt x="776757" y="3439886"/>
                </a:lnTo>
                <a:lnTo>
                  <a:pt x="769862" y="3439886"/>
                </a:lnTo>
                <a:lnTo>
                  <a:pt x="769862" y="3414403"/>
                </a:lnTo>
                <a:cubicBezTo>
                  <a:pt x="769862" y="3292145"/>
                  <a:pt x="769862" y="3292145"/>
                  <a:pt x="769862" y="3292145"/>
                </a:cubicBezTo>
                <a:cubicBezTo>
                  <a:pt x="629924" y="3183458"/>
                  <a:pt x="629924" y="3183458"/>
                  <a:pt x="629924" y="3183458"/>
                </a:cubicBezTo>
                <a:cubicBezTo>
                  <a:pt x="633168" y="3177375"/>
                  <a:pt x="633168" y="3177375"/>
                  <a:pt x="633168" y="3177375"/>
                </a:cubicBezTo>
                <a:cubicBezTo>
                  <a:pt x="771079" y="3284034"/>
                  <a:pt x="771079" y="3284034"/>
                  <a:pt x="771079" y="3284034"/>
                </a:cubicBezTo>
                <a:cubicBezTo>
                  <a:pt x="771079" y="3105999"/>
                  <a:pt x="771079" y="3105999"/>
                  <a:pt x="771079" y="3105999"/>
                </a:cubicBezTo>
                <a:cubicBezTo>
                  <a:pt x="704963" y="3054900"/>
                  <a:pt x="704963" y="3054900"/>
                  <a:pt x="704963" y="3054900"/>
                </a:cubicBezTo>
                <a:cubicBezTo>
                  <a:pt x="708614" y="3049222"/>
                  <a:pt x="708614" y="3049222"/>
                  <a:pt x="708614" y="3049222"/>
                </a:cubicBezTo>
                <a:cubicBezTo>
                  <a:pt x="774323" y="3100322"/>
                  <a:pt x="774323" y="3100322"/>
                  <a:pt x="774323" y="3100322"/>
                </a:cubicBezTo>
                <a:cubicBezTo>
                  <a:pt x="962125" y="2957569"/>
                  <a:pt x="962125" y="2957569"/>
                  <a:pt x="962125" y="2957569"/>
                </a:cubicBezTo>
                <a:cubicBezTo>
                  <a:pt x="824621" y="2850911"/>
                  <a:pt x="824621" y="2850911"/>
                  <a:pt x="824621" y="2850911"/>
                </a:cubicBezTo>
                <a:cubicBezTo>
                  <a:pt x="828271" y="2844422"/>
                  <a:pt x="828271" y="2844422"/>
                  <a:pt x="828271" y="2844422"/>
                </a:cubicBezTo>
                <a:cubicBezTo>
                  <a:pt x="962936" y="2948647"/>
                  <a:pt x="962936" y="2948647"/>
                  <a:pt x="962936" y="2948647"/>
                </a:cubicBezTo>
                <a:cubicBezTo>
                  <a:pt x="962936" y="2770612"/>
                  <a:pt x="962936" y="2770612"/>
                  <a:pt x="962936" y="2770612"/>
                </a:cubicBezTo>
                <a:cubicBezTo>
                  <a:pt x="900065" y="2721947"/>
                  <a:pt x="900065" y="2721947"/>
                  <a:pt x="900065" y="2721947"/>
                </a:cubicBezTo>
                <a:cubicBezTo>
                  <a:pt x="903716" y="2715864"/>
                  <a:pt x="903716" y="2715864"/>
                  <a:pt x="903716" y="2715864"/>
                </a:cubicBezTo>
                <a:cubicBezTo>
                  <a:pt x="966181" y="2764529"/>
                  <a:pt x="966181" y="2764529"/>
                  <a:pt x="966181" y="2764529"/>
                </a:cubicBezTo>
                <a:cubicBezTo>
                  <a:pt x="1153982" y="2621777"/>
                  <a:pt x="1153982" y="2621777"/>
                  <a:pt x="1153982" y="2621777"/>
                </a:cubicBezTo>
                <a:cubicBezTo>
                  <a:pt x="969021" y="2478619"/>
                  <a:pt x="969021" y="2478619"/>
                  <a:pt x="969021" y="2478619"/>
                </a:cubicBezTo>
                <a:cubicBezTo>
                  <a:pt x="781219" y="2621371"/>
                  <a:pt x="781219" y="2621371"/>
                  <a:pt x="781219" y="2621371"/>
                </a:cubicBezTo>
                <a:cubicBezTo>
                  <a:pt x="903310" y="2715864"/>
                  <a:pt x="903310" y="2715864"/>
                  <a:pt x="903310" y="2715864"/>
                </a:cubicBezTo>
                <a:cubicBezTo>
                  <a:pt x="900065" y="2721542"/>
                  <a:pt x="900065" y="2721542"/>
                  <a:pt x="900065" y="2721542"/>
                </a:cubicBezTo>
                <a:cubicBezTo>
                  <a:pt x="776757" y="2626238"/>
                  <a:pt x="776757" y="2626238"/>
                  <a:pt x="776757" y="2626238"/>
                </a:cubicBezTo>
                <a:cubicBezTo>
                  <a:pt x="776757" y="2804273"/>
                  <a:pt x="776757" y="2804273"/>
                  <a:pt x="776757" y="2804273"/>
                </a:cubicBezTo>
                <a:cubicBezTo>
                  <a:pt x="828271" y="2844017"/>
                  <a:pt x="828271" y="2844017"/>
                  <a:pt x="828271" y="2844017"/>
                </a:cubicBezTo>
                <a:cubicBezTo>
                  <a:pt x="824215" y="2850506"/>
                  <a:pt x="824215" y="2850506"/>
                  <a:pt x="824215" y="2850506"/>
                </a:cubicBezTo>
                <a:cubicBezTo>
                  <a:pt x="774729" y="2811978"/>
                  <a:pt x="774729" y="2811978"/>
                  <a:pt x="774729" y="2811978"/>
                </a:cubicBezTo>
                <a:cubicBezTo>
                  <a:pt x="586928" y="2954731"/>
                  <a:pt x="586928" y="2954731"/>
                  <a:pt x="586928" y="2954731"/>
                </a:cubicBezTo>
                <a:cubicBezTo>
                  <a:pt x="708208" y="3048817"/>
                  <a:pt x="708208" y="3048817"/>
                  <a:pt x="708208" y="3048817"/>
                </a:cubicBezTo>
                <a:cubicBezTo>
                  <a:pt x="704963" y="3054900"/>
                  <a:pt x="704963" y="3054900"/>
                  <a:pt x="704963" y="3054900"/>
                </a:cubicBezTo>
                <a:cubicBezTo>
                  <a:pt x="584900" y="2961625"/>
                  <a:pt x="584900" y="2961625"/>
                  <a:pt x="584900" y="2961625"/>
                </a:cubicBezTo>
                <a:cubicBezTo>
                  <a:pt x="584900" y="3140065"/>
                  <a:pt x="584900" y="3140065"/>
                  <a:pt x="584900" y="3140065"/>
                </a:cubicBezTo>
                <a:cubicBezTo>
                  <a:pt x="633168" y="3177375"/>
                  <a:pt x="633168" y="3177375"/>
                  <a:pt x="633168" y="3177375"/>
                </a:cubicBezTo>
                <a:cubicBezTo>
                  <a:pt x="629518" y="3183052"/>
                  <a:pt x="629518" y="3183052"/>
                  <a:pt x="629518" y="3183052"/>
                </a:cubicBezTo>
                <a:cubicBezTo>
                  <a:pt x="582872" y="3146960"/>
                  <a:pt x="582872" y="3146960"/>
                  <a:pt x="582872" y="3146960"/>
                </a:cubicBezTo>
                <a:cubicBezTo>
                  <a:pt x="388175" y="3295390"/>
                  <a:pt x="388175" y="3295390"/>
                  <a:pt x="388175" y="3295390"/>
                </a:cubicBezTo>
                <a:cubicBezTo>
                  <a:pt x="191856" y="3143310"/>
                  <a:pt x="191856" y="3143310"/>
                  <a:pt x="191856" y="3143310"/>
                </a:cubicBezTo>
                <a:cubicBezTo>
                  <a:pt x="191856" y="3082477"/>
                  <a:pt x="191856" y="3082477"/>
                  <a:pt x="191856" y="3082477"/>
                </a:cubicBezTo>
                <a:cubicBezTo>
                  <a:pt x="198752" y="3085316"/>
                  <a:pt x="198752" y="3085316"/>
                  <a:pt x="198752" y="3085316"/>
                </a:cubicBezTo>
                <a:cubicBezTo>
                  <a:pt x="198752" y="3140065"/>
                  <a:pt x="198752" y="3140065"/>
                  <a:pt x="198752" y="3140065"/>
                </a:cubicBezTo>
                <a:cubicBezTo>
                  <a:pt x="384930" y="3284034"/>
                  <a:pt x="384930" y="3284034"/>
                  <a:pt x="384930" y="3284034"/>
                </a:cubicBezTo>
                <a:cubicBezTo>
                  <a:pt x="384930" y="3105999"/>
                  <a:pt x="384930" y="3105999"/>
                  <a:pt x="384930" y="3105999"/>
                </a:cubicBezTo>
                <a:cubicBezTo>
                  <a:pt x="198752" y="2961625"/>
                  <a:pt x="198752" y="2961625"/>
                  <a:pt x="198752" y="2961625"/>
                </a:cubicBezTo>
                <a:cubicBezTo>
                  <a:pt x="198752" y="3084911"/>
                  <a:pt x="198752" y="3084911"/>
                  <a:pt x="198752" y="3084911"/>
                </a:cubicBezTo>
                <a:cubicBezTo>
                  <a:pt x="191856" y="3082072"/>
                  <a:pt x="191856" y="3082072"/>
                  <a:pt x="191856" y="3082072"/>
                </a:cubicBezTo>
                <a:cubicBezTo>
                  <a:pt x="191856" y="2953108"/>
                  <a:pt x="191856" y="2953108"/>
                  <a:pt x="191856" y="2953108"/>
                </a:cubicBezTo>
                <a:cubicBezTo>
                  <a:pt x="259189" y="2902009"/>
                  <a:pt x="259189" y="2902009"/>
                  <a:pt x="259189" y="2902009"/>
                </a:cubicBezTo>
                <a:cubicBezTo>
                  <a:pt x="383713" y="2807517"/>
                  <a:pt x="383713" y="2807517"/>
                  <a:pt x="383713" y="2807517"/>
                </a:cubicBezTo>
                <a:cubicBezTo>
                  <a:pt x="383713" y="2715053"/>
                  <a:pt x="383713" y="2715053"/>
                  <a:pt x="383713" y="2715053"/>
                </a:cubicBezTo>
                <a:cubicBezTo>
                  <a:pt x="390609" y="2716269"/>
                  <a:pt x="390609" y="2716269"/>
                  <a:pt x="390609" y="2716269"/>
                </a:cubicBezTo>
                <a:cubicBezTo>
                  <a:pt x="390609" y="2804273"/>
                  <a:pt x="390609" y="2804273"/>
                  <a:pt x="390609" y="2804273"/>
                </a:cubicBezTo>
                <a:cubicBezTo>
                  <a:pt x="576788" y="2948647"/>
                  <a:pt x="576788" y="2948647"/>
                  <a:pt x="576788" y="2948647"/>
                </a:cubicBezTo>
                <a:cubicBezTo>
                  <a:pt x="576788" y="2770612"/>
                  <a:pt x="576788" y="2770612"/>
                  <a:pt x="576788" y="2770612"/>
                </a:cubicBezTo>
                <a:cubicBezTo>
                  <a:pt x="489174" y="2702481"/>
                  <a:pt x="489174" y="2702481"/>
                  <a:pt x="489174" y="2702481"/>
                </a:cubicBezTo>
                <a:cubicBezTo>
                  <a:pt x="492825" y="2697209"/>
                  <a:pt x="492825" y="2697209"/>
                  <a:pt x="492825" y="2697209"/>
                </a:cubicBezTo>
                <a:cubicBezTo>
                  <a:pt x="580033" y="2764529"/>
                  <a:pt x="580033" y="2764529"/>
                  <a:pt x="580033" y="2764529"/>
                </a:cubicBezTo>
                <a:cubicBezTo>
                  <a:pt x="767834" y="2621777"/>
                  <a:pt x="767834" y="2621777"/>
                  <a:pt x="767834" y="2621777"/>
                </a:cubicBezTo>
                <a:cubicBezTo>
                  <a:pt x="626679" y="2512280"/>
                  <a:pt x="626679" y="2512280"/>
                  <a:pt x="626679" y="2512280"/>
                </a:cubicBezTo>
                <a:cubicBezTo>
                  <a:pt x="630735" y="2507007"/>
                  <a:pt x="630735" y="2507007"/>
                  <a:pt x="630735" y="2507007"/>
                </a:cubicBezTo>
                <a:cubicBezTo>
                  <a:pt x="771079" y="2615693"/>
                  <a:pt x="771079" y="2615693"/>
                  <a:pt x="771079" y="2615693"/>
                </a:cubicBezTo>
                <a:cubicBezTo>
                  <a:pt x="771079" y="2437659"/>
                  <a:pt x="771079" y="2437659"/>
                  <a:pt x="771079" y="2437659"/>
                </a:cubicBezTo>
                <a:cubicBezTo>
                  <a:pt x="713481" y="2392644"/>
                  <a:pt x="713481" y="2392644"/>
                  <a:pt x="713481" y="2392644"/>
                </a:cubicBezTo>
                <a:cubicBezTo>
                  <a:pt x="717131" y="2387372"/>
                  <a:pt x="717131" y="2387372"/>
                  <a:pt x="717131" y="2387372"/>
                </a:cubicBezTo>
                <a:cubicBezTo>
                  <a:pt x="774323" y="2431576"/>
                  <a:pt x="774323" y="2431576"/>
                  <a:pt x="774323" y="2431576"/>
                </a:cubicBezTo>
                <a:cubicBezTo>
                  <a:pt x="962125" y="2288824"/>
                  <a:pt x="962125" y="2288824"/>
                  <a:pt x="962125" y="2288824"/>
                </a:cubicBezTo>
                <a:cubicBezTo>
                  <a:pt x="774729" y="2143638"/>
                  <a:pt x="774729" y="2143638"/>
                  <a:pt x="774729" y="2143638"/>
                </a:cubicBezTo>
                <a:cubicBezTo>
                  <a:pt x="586928" y="2286391"/>
                  <a:pt x="586928" y="2286391"/>
                  <a:pt x="586928" y="2286391"/>
                </a:cubicBezTo>
                <a:cubicBezTo>
                  <a:pt x="717131" y="2387372"/>
                  <a:pt x="717131" y="2387372"/>
                  <a:pt x="717131" y="2387372"/>
                </a:cubicBezTo>
                <a:cubicBezTo>
                  <a:pt x="713075" y="2392644"/>
                  <a:pt x="713075" y="2392644"/>
                  <a:pt x="713075" y="2392644"/>
                </a:cubicBezTo>
                <a:cubicBezTo>
                  <a:pt x="584900" y="2293285"/>
                  <a:pt x="584900" y="2293285"/>
                  <a:pt x="584900" y="2293285"/>
                </a:cubicBezTo>
                <a:cubicBezTo>
                  <a:pt x="584900" y="2471319"/>
                  <a:pt x="584900" y="2471319"/>
                  <a:pt x="584900" y="2471319"/>
                </a:cubicBezTo>
                <a:cubicBezTo>
                  <a:pt x="630329" y="2506602"/>
                  <a:pt x="630329" y="2506602"/>
                  <a:pt x="630329" y="2506602"/>
                </a:cubicBezTo>
                <a:cubicBezTo>
                  <a:pt x="626679" y="2512280"/>
                  <a:pt x="626679" y="2512280"/>
                  <a:pt x="626679" y="2512280"/>
                </a:cubicBezTo>
                <a:cubicBezTo>
                  <a:pt x="582872" y="2478619"/>
                  <a:pt x="582872" y="2478619"/>
                  <a:pt x="582872" y="2478619"/>
                </a:cubicBezTo>
                <a:cubicBezTo>
                  <a:pt x="395071" y="2621371"/>
                  <a:pt x="395071" y="2621371"/>
                  <a:pt x="395071" y="2621371"/>
                </a:cubicBezTo>
                <a:cubicBezTo>
                  <a:pt x="492825" y="2696804"/>
                  <a:pt x="492825" y="2696804"/>
                  <a:pt x="492825" y="2696804"/>
                </a:cubicBezTo>
                <a:cubicBezTo>
                  <a:pt x="488769" y="2702481"/>
                  <a:pt x="488769" y="2702481"/>
                  <a:pt x="488769" y="2702481"/>
                </a:cubicBezTo>
                <a:cubicBezTo>
                  <a:pt x="390609" y="2626238"/>
                  <a:pt x="390609" y="2626238"/>
                  <a:pt x="390609" y="2626238"/>
                </a:cubicBezTo>
                <a:cubicBezTo>
                  <a:pt x="390609" y="2715864"/>
                  <a:pt x="390609" y="2715864"/>
                  <a:pt x="390609" y="2715864"/>
                </a:cubicBezTo>
                <a:cubicBezTo>
                  <a:pt x="383713" y="2714647"/>
                  <a:pt x="383713" y="2714647"/>
                  <a:pt x="383713" y="2714647"/>
                </a:cubicBezTo>
                <a:cubicBezTo>
                  <a:pt x="383713" y="2623399"/>
                  <a:pt x="383713" y="2623399"/>
                  <a:pt x="383713" y="2623399"/>
                </a:cubicBezTo>
                <a:cubicBezTo>
                  <a:pt x="375601" y="2616910"/>
                  <a:pt x="375601" y="2616910"/>
                  <a:pt x="375601" y="2616910"/>
                </a:cubicBezTo>
                <a:cubicBezTo>
                  <a:pt x="375601" y="2608394"/>
                  <a:pt x="375601" y="2608394"/>
                  <a:pt x="375601" y="2608394"/>
                </a:cubicBezTo>
                <a:cubicBezTo>
                  <a:pt x="384930" y="2615693"/>
                  <a:pt x="384930" y="2615693"/>
                  <a:pt x="384930" y="2615693"/>
                </a:cubicBezTo>
                <a:cubicBezTo>
                  <a:pt x="384930" y="2437659"/>
                  <a:pt x="384930" y="2437659"/>
                  <a:pt x="384930" y="2437659"/>
                </a:cubicBezTo>
                <a:cubicBezTo>
                  <a:pt x="375601" y="2430360"/>
                  <a:pt x="375601" y="2430360"/>
                  <a:pt x="375601" y="2430360"/>
                </a:cubicBezTo>
                <a:cubicBezTo>
                  <a:pt x="375601" y="2421843"/>
                  <a:pt x="375601" y="2421843"/>
                  <a:pt x="375601" y="2421843"/>
                </a:cubicBezTo>
                <a:cubicBezTo>
                  <a:pt x="388175" y="2431576"/>
                  <a:pt x="388175" y="2431576"/>
                  <a:pt x="388175" y="2431576"/>
                </a:cubicBezTo>
                <a:cubicBezTo>
                  <a:pt x="575977" y="2288824"/>
                  <a:pt x="575977" y="2288824"/>
                  <a:pt x="575977" y="2288824"/>
                </a:cubicBezTo>
                <a:cubicBezTo>
                  <a:pt x="388580" y="2143638"/>
                  <a:pt x="388580" y="2143638"/>
                  <a:pt x="388580" y="2143638"/>
                </a:cubicBezTo>
                <a:cubicBezTo>
                  <a:pt x="200780" y="2286391"/>
                  <a:pt x="200780" y="2286391"/>
                  <a:pt x="200780" y="2286391"/>
                </a:cubicBezTo>
                <a:cubicBezTo>
                  <a:pt x="375195" y="2421843"/>
                  <a:pt x="375195" y="2421843"/>
                  <a:pt x="375195" y="2421843"/>
                </a:cubicBezTo>
                <a:cubicBezTo>
                  <a:pt x="375195" y="2429954"/>
                  <a:pt x="375195" y="2429954"/>
                  <a:pt x="375195" y="2429954"/>
                </a:cubicBezTo>
                <a:cubicBezTo>
                  <a:pt x="198752" y="2293285"/>
                  <a:pt x="198752" y="2293285"/>
                  <a:pt x="198752" y="2293285"/>
                </a:cubicBezTo>
                <a:cubicBezTo>
                  <a:pt x="198752" y="2471319"/>
                  <a:pt x="198752" y="2471319"/>
                  <a:pt x="198752" y="2471319"/>
                </a:cubicBezTo>
                <a:cubicBezTo>
                  <a:pt x="375195" y="2608394"/>
                  <a:pt x="375195" y="2608394"/>
                  <a:pt x="375195" y="2608394"/>
                </a:cubicBezTo>
                <a:cubicBezTo>
                  <a:pt x="375195" y="2616910"/>
                  <a:pt x="375195" y="2616910"/>
                  <a:pt x="375195" y="2616910"/>
                </a:cubicBezTo>
                <a:cubicBezTo>
                  <a:pt x="191856" y="2474563"/>
                  <a:pt x="191856" y="2474563"/>
                  <a:pt x="191856" y="2474563"/>
                </a:cubicBezTo>
                <a:cubicBezTo>
                  <a:pt x="191856" y="2284768"/>
                  <a:pt x="191856" y="2284768"/>
                  <a:pt x="191856" y="2284768"/>
                </a:cubicBezTo>
                <a:cubicBezTo>
                  <a:pt x="383713" y="2138772"/>
                  <a:pt x="383713" y="2138772"/>
                  <a:pt x="383713" y="2138772"/>
                </a:cubicBezTo>
                <a:cubicBezTo>
                  <a:pt x="383713" y="1959926"/>
                  <a:pt x="383713" y="1959926"/>
                  <a:pt x="383713" y="1959926"/>
                </a:cubicBezTo>
                <a:cubicBezTo>
                  <a:pt x="390609" y="1965198"/>
                  <a:pt x="390609" y="1965198"/>
                  <a:pt x="390609" y="1965198"/>
                </a:cubicBezTo>
                <a:cubicBezTo>
                  <a:pt x="390609" y="2136339"/>
                  <a:pt x="390609" y="2136339"/>
                  <a:pt x="390609" y="2136339"/>
                </a:cubicBezTo>
                <a:cubicBezTo>
                  <a:pt x="576788" y="2280307"/>
                  <a:pt x="576788" y="2280307"/>
                  <a:pt x="576788" y="2280307"/>
                </a:cubicBezTo>
                <a:cubicBezTo>
                  <a:pt x="576788" y="2102272"/>
                  <a:pt x="576788" y="2102272"/>
                  <a:pt x="576788" y="2102272"/>
                </a:cubicBezTo>
                <a:cubicBezTo>
                  <a:pt x="390609" y="1957898"/>
                  <a:pt x="390609" y="1957898"/>
                  <a:pt x="390609" y="1957898"/>
                </a:cubicBezTo>
                <a:cubicBezTo>
                  <a:pt x="390609" y="1964792"/>
                  <a:pt x="390609" y="1964792"/>
                  <a:pt x="390609" y="1964792"/>
                </a:cubicBezTo>
                <a:cubicBezTo>
                  <a:pt x="383713" y="1959520"/>
                  <a:pt x="383713" y="1959520"/>
                  <a:pt x="383713" y="1959520"/>
                </a:cubicBezTo>
                <a:cubicBezTo>
                  <a:pt x="383713" y="1949382"/>
                  <a:pt x="383713" y="1949382"/>
                  <a:pt x="383713" y="1949382"/>
                </a:cubicBezTo>
                <a:cubicBezTo>
                  <a:pt x="569487" y="1808251"/>
                  <a:pt x="569487" y="1808251"/>
                  <a:pt x="569487" y="1808251"/>
                </a:cubicBezTo>
                <a:cubicBezTo>
                  <a:pt x="575166" y="1812307"/>
                  <a:pt x="575166" y="1812307"/>
                  <a:pt x="575166" y="1812307"/>
                </a:cubicBezTo>
                <a:cubicBezTo>
                  <a:pt x="392637" y="1951004"/>
                  <a:pt x="392637" y="1951004"/>
                  <a:pt x="392637" y="1951004"/>
                </a:cubicBezTo>
                <a:cubicBezTo>
                  <a:pt x="580033" y="2096594"/>
                  <a:pt x="580033" y="2096594"/>
                  <a:pt x="580033" y="2096594"/>
                </a:cubicBezTo>
                <a:cubicBezTo>
                  <a:pt x="767834" y="1953437"/>
                  <a:pt x="767834" y="1953437"/>
                  <a:pt x="767834" y="1953437"/>
                </a:cubicBezTo>
                <a:cubicBezTo>
                  <a:pt x="580438" y="1808251"/>
                  <a:pt x="580438" y="1808251"/>
                  <a:pt x="580438" y="1808251"/>
                </a:cubicBezTo>
                <a:cubicBezTo>
                  <a:pt x="575166" y="1812307"/>
                  <a:pt x="575166" y="1812307"/>
                  <a:pt x="575166" y="1812307"/>
                </a:cubicBezTo>
                <a:cubicBezTo>
                  <a:pt x="569893" y="1807846"/>
                  <a:pt x="569893" y="1807846"/>
                  <a:pt x="569893" y="1807846"/>
                </a:cubicBezTo>
                <a:cubicBezTo>
                  <a:pt x="578005" y="1801763"/>
                  <a:pt x="578005" y="1801763"/>
                  <a:pt x="578005" y="1801763"/>
                </a:cubicBezTo>
                <a:cubicBezTo>
                  <a:pt x="578005" y="1795679"/>
                  <a:pt x="578005" y="1795679"/>
                  <a:pt x="578005" y="1795679"/>
                </a:cubicBezTo>
                <a:cubicBezTo>
                  <a:pt x="584900" y="1795679"/>
                  <a:pt x="584900" y="1795679"/>
                  <a:pt x="584900" y="1795679"/>
                </a:cubicBezTo>
                <a:cubicBezTo>
                  <a:pt x="584900" y="1802168"/>
                  <a:pt x="584900" y="1802168"/>
                  <a:pt x="584900" y="1802168"/>
                </a:cubicBezTo>
                <a:cubicBezTo>
                  <a:pt x="771079" y="1946137"/>
                  <a:pt x="771079" y="1946137"/>
                  <a:pt x="771079" y="1946137"/>
                </a:cubicBezTo>
                <a:cubicBezTo>
                  <a:pt x="771079" y="1783107"/>
                  <a:pt x="771079" y="1783107"/>
                  <a:pt x="771079" y="1783107"/>
                </a:cubicBezTo>
                <a:cubicBezTo>
                  <a:pt x="771079" y="1768508"/>
                  <a:pt x="771079" y="1768508"/>
                  <a:pt x="771079" y="1768508"/>
                </a:cubicBezTo>
                <a:cubicBezTo>
                  <a:pt x="584900" y="1624133"/>
                  <a:pt x="584900" y="1624133"/>
                  <a:pt x="584900" y="1624133"/>
                </a:cubicBezTo>
                <a:cubicBezTo>
                  <a:pt x="584900" y="1785541"/>
                  <a:pt x="584900" y="1785541"/>
                  <a:pt x="584900" y="1785541"/>
                </a:cubicBezTo>
                <a:cubicBezTo>
                  <a:pt x="584900" y="1795274"/>
                  <a:pt x="584900" y="1795274"/>
                  <a:pt x="584900" y="1795274"/>
                </a:cubicBezTo>
                <a:cubicBezTo>
                  <a:pt x="578005" y="1795274"/>
                  <a:pt x="578005" y="1795274"/>
                  <a:pt x="578005" y="1795274"/>
                </a:cubicBezTo>
                <a:cubicBezTo>
                  <a:pt x="578005" y="1621294"/>
                  <a:pt x="578005" y="1621294"/>
                  <a:pt x="578005" y="1621294"/>
                </a:cubicBezTo>
                <a:cubicBezTo>
                  <a:pt x="437661" y="1512608"/>
                  <a:pt x="437661" y="1512608"/>
                  <a:pt x="437661" y="1512608"/>
                </a:cubicBezTo>
                <a:cubicBezTo>
                  <a:pt x="441312" y="1506930"/>
                  <a:pt x="441312" y="1506930"/>
                  <a:pt x="441312" y="1506930"/>
                </a:cubicBezTo>
                <a:cubicBezTo>
                  <a:pt x="578816" y="1613589"/>
                  <a:pt x="578816" y="1613589"/>
                  <a:pt x="578816" y="1613589"/>
                </a:cubicBezTo>
                <a:cubicBezTo>
                  <a:pt x="578816" y="1435555"/>
                  <a:pt x="578816" y="1435555"/>
                  <a:pt x="578816" y="1435555"/>
                </a:cubicBezTo>
                <a:cubicBezTo>
                  <a:pt x="513106" y="1384456"/>
                  <a:pt x="513106" y="1384456"/>
                  <a:pt x="513106" y="1384456"/>
                </a:cubicBezTo>
                <a:cubicBezTo>
                  <a:pt x="516350" y="1378372"/>
                  <a:pt x="516350" y="1378372"/>
                  <a:pt x="516350" y="1378372"/>
                </a:cubicBezTo>
                <a:cubicBezTo>
                  <a:pt x="582061" y="1429472"/>
                  <a:pt x="582061" y="1429472"/>
                  <a:pt x="582061" y="1429472"/>
                </a:cubicBezTo>
                <a:cubicBezTo>
                  <a:pt x="769862" y="1286719"/>
                  <a:pt x="769862" y="1286719"/>
                  <a:pt x="769862" y="1286719"/>
                </a:cubicBezTo>
                <a:cubicBezTo>
                  <a:pt x="632763" y="1180060"/>
                  <a:pt x="632763" y="1180060"/>
                  <a:pt x="632763" y="1180060"/>
                </a:cubicBezTo>
                <a:cubicBezTo>
                  <a:pt x="636413" y="1173571"/>
                  <a:pt x="636413" y="1173571"/>
                  <a:pt x="636413" y="1173571"/>
                </a:cubicBezTo>
                <a:cubicBezTo>
                  <a:pt x="771079" y="1278203"/>
                  <a:pt x="771079" y="1278203"/>
                  <a:pt x="771079" y="1278203"/>
                </a:cubicBezTo>
                <a:cubicBezTo>
                  <a:pt x="771079" y="1099762"/>
                  <a:pt x="771079" y="1099762"/>
                  <a:pt x="771079" y="1099762"/>
                </a:cubicBezTo>
                <a:cubicBezTo>
                  <a:pt x="708208" y="1051096"/>
                  <a:pt x="708208" y="1051096"/>
                  <a:pt x="708208" y="1051096"/>
                </a:cubicBezTo>
                <a:cubicBezTo>
                  <a:pt x="711453" y="1045419"/>
                  <a:pt x="711453" y="1045419"/>
                  <a:pt x="711453" y="1045419"/>
                </a:cubicBezTo>
                <a:cubicBezTo>
                  <a:pt x="774323" y="1094085"/>
                  <a:pt x="774323" y="1094085"/>
                  <a:pt x="774323" y="1094085"/>
                </a:cubicBezTo>
                <a:cubicBezTo>
                  <a:pt x="962125" y="951332"/>
                  <a:pt x="962125" y="951332"/>
                  <a:pt x="962125" y="951332"/>
                </a:cubicBezTo>
                <a:cubicBezTo>
                  <a:pt x="777163" y="807769"/>
                  <a:pt x="777163" y="807769"/>
                  <a:pt x="777163" y="807769"/>
                </a:cubicBezTo>
                <a:cubicBezTo>
                  <a:pt x="589362" y="950521"/>
                  <a:pt x="589362" y="950521"/>
                  <a:pt x="589362" y="950521"/>
                </a:cubicBezTo>
                <a:cubicBezTo>
                  <a:pt x="711453" y="1045013"/>
                  <a:pt x="711453" y="1045013"/>
                  <a:pt x="711453" y="1045013"/>
                </a:cubicBezTo>
                <a:cubicBezTo>
                  <a:pt x="707802" y="1051096"/>
                  <a:pt x="707802" y="1051096"/>
                  <a:pt x="707802" y="1051096"/>
                </a:cubicBezTo>
                <a:cubicBezTo>
                  <a:pt x="584900" y="955388"/>
                  <a:pt x="584900" y="955388"/>
                  <a:pt x="584900" y="955388"/>
                </a:cubicBezTo>
                <a:cubicBezTo>
                  <a:pt x="584900" y="1133828"/>
                  <a:pt x="584900" y="1133828"/>
                  <a:pt x="584900" y="1133828"/>
                </a:cubicBezTo>
                <a:cubicBezTo>
                  <a:pt x="636008" y="1173571"/>
                  <a:pt x="636008" y="1173571"/>
                  <a:pt x="636008" y="1173571"/>
                </a:cubicBezTo>
                <a:cubicBezTo>
                  <a:pt x="632357" y="1180060"/>
                  <a:pt x="632357" y="1180060"/>
                  <a:pt x="632357" y="1180060"/>
                </a:cubicBezTo>
                <a:cubicBezTo>
                  <a:pt x="582872" y="1141534"/>
                  <a:pt x="582872" y="1141534"/>
                  <a:pt x="582872" y="1141534"/>
                </a:cubicBezTo>
                <a:cubicBezTo>
                  <a:pt x="395071" y="1284286"/>
                  <a:pt x="395071" y="1284286"/>
                  <a:pt x="395071" y="1284286"/>
                </a:cubicBezTo>
                <a:cubicBezTo>
                  <a:pt x="516350" y="1378372"/>
                  <a:pt x="516350" y="1378372"/>
                  <a:pt x="516350" y="1378372"/>
                </a:cubicBezTo>
                <a:cubicBezTo>
                  <a:pt x="512700" y="1384050"/>
                  <a:pt x="512700" y="1384050"/>
                  <a:pt x="512700" y="1384050"/>
                </a:cubicBezTo>
                <a:cubicBezTo>
                  <a:pt x="392637" y="1291180"/>
                  <a:pt x="392637" y="1291180"/>
                  <a:pt x="392637" y="1291180"/>
                </a:cubicBezTo>
                <a:cubicBezTo>
                  <a:pt x="392637" y="1469214"/>
                  <a:pt x="392637" y="1469214"/>
                  <a:pt x="392637" y="1469214"/>
                </a:cubicBezTo>
                <a:cubicBezTo>
                  <a:pt x="440906" y="1506525"/>
                  <a:pt x="440906" y="1506525"/>
                  <a:pt x="440906" y="1506525"/>
                </a:cubicBezTo>
                <a:cubicBezTo>
                  <a:pt x="437661" y="1512608"/>
                  <a:pt x="437661" y="1512608"/>
                  <a:pt x="437661" y="1512608"/>
                </a:cubicBezTo>
                <a:cubicBezTo>
                  <a:pt x="391015" y="1476514"/>
                  <a:pt x="391015" y="1476514"/>
                  <a:pt x="391015" y="1476514"/>
                </a:cubicBezTo>
                <a:cubicBezTo>
                  <a:pt x="195912" y="1624539"/>
                  <a:pt x="195912" y="1624539"/>
                  <a:pt x="195912" y="1624539"/>
                </a:cubicBezTo>
                <a:cubicBezTo>
                  <a:pt x="0" y="1472459"/>
                  <a:pt x="0" y="1472459"/>
                  <a:pt x="0" y="1472459"/>
                </a:cubicBezTo>
                <a:cubicBezTo>
                  <a:pt x="0" y="1412033"/>
                  <a:pt x="0" y="1412033"/>
                  <a:pt x="0" y="1412033"/>
                </a:cubicBezTo>
                <a:cubicBezTo>
                  <a:pt x="6490" y="1414872"/>
                  <a:pt x="6490" y="1414872"/>
                  <a:pt x="6490" y="1414872"/>
                </a:cubicBezTo>
                <a:cubicBezTo>
                  <a:pt x="6490" y="1469214"/>
                  <a:pt x="6490" y="1469214"/>
                  <a:pt x="6490" y="1469214"/>
                </a:cubicBezTo>
                <a:cubicBezTo>
                  <a:pt x="192668" y="1613589"/>
                  <a:pt x="192668" y="1613589"/>
                  <a:pt x="192668" y="1613589"/>
                </a:cubicBezTo>
                <a:cubicBezTo>
                  <a:pt x="192668" y="1435555"/>
                  <a:pt x="192668" y="1435555"/>
                  <a:pt x="192668" y="1435555"/>
                </a:cubicBezTo>
                <a:cubicBezTo>
                  <a:pt x="6490" y="1291180"/>
                  <a:pt x="6490" y="1291180"/>
                  <a:pt x="6490" y="1291180"/>
                </a:cubicBezTo>
                <a:cubicBezTo>
                  <a:pt x="6490" y="1414466"/>
                  <a:pt x="6490" y="1414466"/>
                  <a:pt x="6490" y="1414466"/>
                </a:cubicBezTo>
                <a:cubicBezTo>
                  <a:pt x="0" y="1411627"/>
                  <a:pt x="0" y="1411627"/>
                  <a:pt x="0" y="1411627"/>
                </a:cubicBezTo>
                <a:cubicBezTo>
                  <a:pt x="0" y="1282664"/>
                  <a:pt x="0" y="1282664"/>
                  <a:pt x="0" y="1282664"/>
                </a:cubicBezTo>
                <a:cubicBezTo>
                  <a:pt x="66926" y="1231565"/>
                  <a:pt x="66926" y="1231565"/>
                  <a:pt x="66926" y="1231565"/>
                </a:cubicBezTo>
                <a:cubicBezTo>
                  <a:pt x="73821" y="1234809"/>
                  <a:pt x="73821" y="1234809"/>
                  <a:pt x="73821" y="1234809"/>
                </a:cubicBezTo>
                <a:cubicBezTo>
                  <a:pt x="8924" y="1284286"/>
                  <a:pt x="8924" y="1284286"/>
                  <a:pt x="8924" y="1284286"/>
                </a:cubicBezTo>
                <a:cubicBezTo>
                  <a:pt x="196318" y="1429472"/>
                  <a:pt x="196318" y="1429472"/>
                  <a:pt x="196318" y="1429472"/>
                </a:cubicBezTo>
                <a:cubicBezTo>
                  <a:pt x="384119" y="1286719"/>
                  <a:pt x="384119" y="1286719"/>
                  <a:pt x="384119" y="1286719"/>
                </a:cubicBezTo>
                <a:cubicBezTo>
                  <a:pt x="196724" y="1141534"/>
                  <a:pt x="196724" y="1141534"/>
                  <a:pt x="196724" y="1141534"/>
                </a:cubicBezTo>
                <a:cubicBezTo>
                  <a:pt x="74227" y="1234403"/>
                  <a:pt x="74227" y="1234403"/>
                  <a:pt x="74227" y="1234403"/>
                </a:cubicBezTo>
                <a:cubicBezTo>
                  <a:pt x="67332" y="1231159"/>
                  <a:pt x="67332" y="1231159"/>
                  <a:pt x="67332" y="1231159"/>
                </a:cubicBezTo>
                <a:cubicBezTo>
                  <a:pt x="191856" y="1136667"/>
                  <a:pt x="191856" y="1136667"/>
                  <a:pt x="191856" y="1136667"/>
                </a:cubicBezTo>
                <a:cubicBezTo>
                  <a:pt x="191856" y="1044607"/>
                  <a:pt x="191856" y="1044607"/>
                  <a:pt x="191856" y="1044607"/>
                </a:cubicBezTo>
                <a:cubicBezTo>
                  <a:pt x="198752" y="1045419"/>
                  <a:pt x="198752" y="1045419"/>
                  <a:pt x="198752" y="1045419"/>
                </a:cubicBezTo>
                <a:cubicBezTo>
                  <a:pt x="198752" y="1133828"/>
                  <a:pt x="198752" y="1133828"/>
                  <a:pt x="198752" y="1133828"/>
                </a:cubicBezTo>
                <a:cubicBezTo>
                  <a:pt x="384524" y="1278203"/>
                  <a:pt x="384524" y="1278203"/>
                  <a:pt x="384524" y="1278203"/>
                </a:cubicBezTo>
                <a:cubicBezTo>
                  <a:pt x="384524" y="1099762"/>
                  <a:pt x="384524" y="1099762"/>
                  <a:pt x="384524" y="1099762"/>
                </a:cubicBezTo>
                <a:cubicBezTo>
                  <a:pt x="296912" y="1032037"/>
                  <a:pt x="296912" y="1032037"/>
                  <a:pt x="296912" y="1032037"/>
                </a:cubicBezTo>
                <a:cubicBezTo>
                  <a:pt x="300968" y="1026359"/>
                  <a:pt x="300968" y="1026359"/>
                  <a:pt x="300968" y="1026359"/>
                </a:cubicBezTo>
                <a:cubicBezTo>
                  <a:pt x="388175" y="1094085"/>
                  <a:pt x="388175" y="1094085"/>
                  <a:pt x="388175" y="1094085"/>
                </a:cubicBezTo>
                <a:cubicBezTo>
                  <a:pt x="575977" y="951332"/>
                  <a:pt x="575977" y="951332"/>
                  <a:pt x="575977" y="951332"/>
                </a:cubicBezTo>
                <a:cubicBezTo>
                  <a:pt x="434822" y="841835"/>
                  <a:pt x="434822" y="841835"/>
                  <a:pt x="434822" y="841835"/>
                </a:cubicBezTo>
                <a:cubicBezTo>
                  <a:pt x="438878" y="836158"/>
                  <a:pt x="438878" y="836158"/>
                  <a:pt x="438878" y="836158"/>
                </a:cubicBezTo>
                <a:cubicBezTo>
                  <a:pt x="578816" y="944843"/>
                  <a:pt x="578816" y="944843"/>
                  <a:pt x="578816" y="944843"/>
                </a:cubicBezTo>
                <a:cubicBezTo>
                  <a:pt x="578816" y="766808"/>
                  <a:pt x="578816" y="766808"/>
                  <a:pt x="578816" y="766808"/>
                </a:cubicBezTo>
                <a:cubicBezTo>
                  <a:pt x="521218" y="722199"/>
                  <a:pt x="521218" y="722199"/>
                  <a:pt x="521218" y="722199"/>
                </a:cubicBezTo>
                <a:cubicBezTo>
                  <a:pt x="525274" y="716927"/>
                  <a:pt x="525274" y="716927"/>
                  <a:pt x="525274" y="716927"/>
                </a:cubicBezTo>
                <a:cubicBezTo>
                  <a:pt x="582061" y="761131"/>
                  <a:pt x="582061" y="761131"/>
                  <a:pt x="582061" y="761131"/>
                </a:cubicBezTo>
                <a:cubicBezTo>
                  <a:pt x="769862" y="618379"/>
                  <a:pt x="769862" y="618379"/>
                  <a:pt x="769862" y="618379"/>
                </a:cubicBezTo>
                <a:cubicBezTo>
                  <a:pt x="582872" y="472787"/>
                  <a:pt x="582872" y="472787"/>
                  <a:pt x="582872" y="472787"/>
                </a:cubicBezTo>
                <a:cubicBezTo>
                  <a:pt x="395071" y="615540"/>
                  <a:pt x="395071" y="615540"/>
                  <a:pt x="395071" y="615540"/>
                </a:cubicBezTo>
                <a:cubicBezTo>
                  <a:pt x="524868" y="716521"/>
                  <a:pt x="524868" y="716521"/>
                  <a:pt x="524868" y="716521"/>
                </a:cubicBezTo>
                <a:cubicBezTo>
                  <a:pt x="521218" y="722199"/>
                  <a:pt x="521218" y="722199"/>
                  <a:pt x="521218" y="722199"/>
                </a:cubicBezTo>
                <a:cubicBezTo>
                  <a:pt x="392637" y="622434"/>
                  <a:pt x="392637" y="622434"/>
                  <a:pt x="392637" y="622434"/>
                </a:cubicBezTo>
                <a:cubicBezTo>
                  <a:pt x="392637" y="800875"/>
                  <a:pt x="392637" y="800875"/>
                  <a:pt x="392637" y="800875"/>
                </a:cubicBezTo>
                <a:cubicBezTo>
                  <a:pt x="438472" y="836158"/>
                  <a:pt x="438472" y="836158"/>
                  <a:pt x="438472" y="836158"/>
                </a:cubicBezTo>
                <a:cubicBezTo>
                  <a:pt x="434416" y="841430"/>
                  <a:pt x="434416" y="841430"/>
                  <a:pt x="434416" y="841430"/>
                </a:cubicBezTo>
                <a:cubicBezTo>
                  <a:pt x="391015" y="807769"/>
                  <a:pt x="391015" y="807769"/>
                  <a:pt x="391015" y="807769"/>
                </a:cubicBezTo>
                <a:cubicBezTo>
                  <a:pt x="203214" y="950521"/>
                  <a:pt x="203214" y="950521"/>
                  <a:pt x="203214" y="950521"/>
                </a:cubicBezTo>
                <a:cubicBezTo>
                  <a:pt x="300968" y="1026359"/>
                  <a:pt x="300968" y="1026359"/>
                  <a:pt x="300968" y="1026359"/>
                </a:cubicBezTo>
                <a:cubicBezTo>
                  <a:pt x="296912" y="1031630"/>
                  <a:pt x="296912" y="1031630"/>
                  <a:pt x="296912" y="1031630"/>
                </a:cubicBezTo>
                <a:cubicBezTo>
                  <a:pt x="198752" y="955388"/>
                  <a:pt x="198752" y="955388"/>
                  <a:pt x="198752" y="955388"/>
                </a:cubicBezTo>
                <a:cubicBezTo>
                  <a:pt x="198752" y="1045013"/>
                  <a:pt x="198752" y="1045013"/>
                  <a:pt x="198752" y="1045013"/>
                </a:cubicBezTo>
                <a:cubicBezTo>
                  <a:pt x="191856" y="1044202"/>
                  <a:pt x="191856" y="1044202"/>
                  <a:pt x="191856" y="1044202"/>
                </a:cubicBezTo>
                <a:cubicBezTo>
                  <a:pt x="191856" y="952954"/>
                  <a:pt x="191856" y="952954"/>
                  <a:pt x="191856" y="952954"/>
                </a:cubicBezTo>
                <a:cubicBezTo>
                  <a:pt x="183744" y="946465"/>
                  <a:pt x="183744" y="946465"/>
                  <a:pt x="183744" y="946465"/>
                </a:cubicBezTo>
                <a:cubicBezTo>
                  <a:pt x="183744" y="937949"/>
                  <a:pt x="183744" y="937949"/>
                  <a:pt x="183744" y="937949"/>
                </a:cubicBezTo>
                <a:cubicBezTo>
                  <a:pt x="192668" y="944843"/>
                  <a:pt x="192668" y="944843"/>
                  <a:pt x="192668" y="944843"/>
                </a:cubicBezTo>
                <a:cubicBezTo>
                  <a:pt x="192668" y="766808"/>
                  <a:pt x="192668" y="766808"/>
                  <a:pt x="192668" y="766808"/>
                </a:cubicBezTo>
                <a:cubicBezTo>
                  <a:pt x="183744" y="759914"/>
                  <a:pt x="183744" y="759914"/>
                  <a:pt x="183744" y="759914"/>
                </a:cubicBezTo>
                <a:cubicBezTo>
                  <a:pt x="183744" y="751398"/>
                  <a:pt x="183744" y="751398"/>
                  <a:pt x="183744" y="751398"/>
                </a:cubicBezTo>
                <a:cubicBezTo>
                  <a:pt x="196318" y="761131"/>
                  <a:pt x="196318" y="761131"/>
                  <a:pt x="196318" y="761131"/>
                </a:cubicBezTo>
                <a:cubicBezTo>
                  <a:pt x="384119" y="618379"/>
                  <a:pt x="384119" y="618379"/>
                  <a:pt x="384119" y="618379"/>
                </a:cubicBezTo>
                <a:cubicBezTo>
                  <a:pt x="196724" y="472787"/>
                  <a:pt x="196724" y="472787"/>
                  <a:pt x="196724" y="472787"/>
                </a:cubicBezTo>
                <a:cubicBezTo>
                  <a:pt x="8924" y="615540"/>
                  <a:pt x="8924" y="615540"/>
                  <a:pt x="8924" y="615540"/>
                </a:cubicBezTo>
                <a:cubicBezTo>
                  <a:pt x="183339" y="750992"/>
                  <a:pt x="183339" y="750992"/>
                  <a:pt x="183339" y="750992"/>
                </a:cubicBezTo>
                <a:cubicBezTo>
                  <a:pt x="183339" y="759508"/>
                  <a:pt x="183339" y="759508"/>
                  <a:pt x="183339" y="759508"/>
                </a:cubicBezTo>
                <a:cubicBezTo>
                  <a:pt x="6490" y="622434"/>
                  <a:pt x="6490" y="622434"/>
                  <a:pt x="6490" y="622434"/>
                </a:cubicBezTo>
                <a:cubicBezTo>
                  <a:pt x="6490" y="800875"/>
                  <a:pt x="6490" y="800875"/>
                  <a:pt x="6490" y="800875"/>
                </a:cubicBezTo>
                <a:lnTo>
                  <a:pt x="183339" y="937544"/>
                </a:lnTo>
                <a:cubicBezTo>
                  <a:pt x="183339" y="946060"/>
                  <a:pt x="183339" y="946060"/>
                  <a:pt x="183339" y="946060"/>
                </a:cubicBezTo>
                <a:cubicBezTo>
                  <a:pt x="0" y="804119"/>
                  <a:pt x="0" y="804119"/>
                  <a:pt x="0" y="804119"/>
                </a:cubicBezTo>
                <a:cubicBezTo>
                  <a:pt x="0" y="613917"/>
                  <a:pt x="0" y="613917"/>
                  <a:pt x="0" y="613917"/>
                </a:cubicBezTo>
                <a:cubicBezTo>
                  <a:pt x="191856" y="468327"/>
                  <a:pt x="191856" y="468327"/>
                  <a:pt x="191856" y="468327"/>
                </a:cubicBezTo>
                <a:cubicBezTo>
                  <a:pt x="191856" y="289076"/>
                  <a:pt x="191856" y="289076"/>
                  <a:pt x="191856" y="289076"/>
                </a:cubicBezTo>
                <a:cubicBezTo>
                  <a:pt x="198752" y="294348"/>
                  <a:pt x="198752" y="294348"/>
                  <a:pt x="198752" y="294348"/>
                </a:cubicBezTo>
                <a:cubicBezTo>
                  <a:pt x="198752" y="465488"/>
                  <a:pt x="198752" y="465488"/>
                  <a:pt x="198752" y="465488"/>
                </a:cubicBezTo>
                <a:cubicBezTo>
                  <a:pt x="384524" y="609862"/>
                  <a:pt x="384524" y="609862"/>
                  <a:pt x="384524" y="609862"/>
                </a:cubicBezTo>
                <a:cubicBezTo>
                  <a:pt x="384524" y="431828"/>
                  <a:pt x="384524" y="431828"/>
                  <a:pt x="384524" y="431828"/>
                </a:cubicBezTo>
                <a:cubicBezTo>
                  <a:pt x="198752" y="287453"/>
                  <a:pt x="198752" y="287453"/>
                  <a:pt x="198752" y="287453"/>
                </a:cubicBezTo>
                <a:cubicBezTo>
                  <a:pt x="198752" y="293942"/>
                  <a:pt x="198752" y="293942"/>
                  <a:pt x="198752" y="293942"/>
                </a:cubicBezTo>
                <a:cubicBezTo>
                  <a:pt x="191856" y="288670"/>
                  <a:pt x="191856" y="288670"/>
                  <a:pt x="191856" y="288670"/>
                </a:cubicBezTo>
                <a:cubicBezTo>
                  <a:pt x="191856" y="278937"/>
                  <a:pt x="191856" y="278937"/>
                  <a:pt x="191856" y="278937"/>
                </a:cubicBezTo>
                <a:cubicBezTo>
                  <a:pt x="377629" y="137401"/>
                  <a:pt x="377629" y="137401"/>
                  <a:pt x="377629" y="137401"/>
                </a:cubicBezTo>
                <a:cubicBezTo>
                  <a:pt x="383308" y="141862"/>
                  <a:pt x="383308" y="141862"/>
                  <a:pt x="383308" y="141862"/>
                </a:cubicBezTo>
                <a:cubicBezTo>
                  <a:pt x="200780" y="280559"/>
                  <a:pt x="200780" y="280559"/>
                  <a:pt x="200780" y="280559"/>
                </a:cubicBezTo>
                <a:cubicBezTo>
                  <a:pt x="388175" y="425745"/>
                  <a:pt x="388175" y="425745"/>
                  <a:pt x="388175" y="425745"/>
                </a:cubicBezTo>
                <a:cubicBezTo>
                  <a:pt x="575977" y="282993"/>
                  <a:pt x="575977" y="282993"/>
                  <a:pt x="575977" y="282993"/>
                </a:cubicBezTo>
                <a:cubicBezTo>
                  <a:pt x="388580" y="137807"/>
                  <a:pt x="388580" y="137807"/>
                  <a:pt x="388580" y="137807"/>
                </a:cubicBezTo>
                <a:cubicBezTo>
                  <a:pt x="383308" y="141862"/>
                  <a:pt x="383308" y="141862"/>
                  <a:pt x="383308" y="141862"/>
                </a:cubicBezTo>
                <a:cubicBezTo>
                  <a:pt x="378035" y="137401"/>
                  <a:pt x="378035" y="137401"/>
                  <a:pt x="378035" y="137401"/>
                </a:cubicBezTo>
                <a:cubicBezTo>
                  <a:pt x="386147" y="131318"/>
                  <a:pt x="386147" y="131318"/>
                  <a:pt x="386147" y="131318"/>
                </a:cubicBezTo>
                <a:cubicBezTo>
                  <a:pt x="386147" y="59650"/>
                  <a:pt x="386147" y="21577"/>
                  <a:pt x="386147" y="1350"/>
                </a:cubicBezTo>
                <a:close/>
              </a:path>
            </a:pathLst>
          </a:custGeom>
          <a:gradFill flip="none" rotWithShape="1">
            <a:gsLst>
              <a:gs pos="7000">
                <a:schemeClr val="bg1"/>
              </a:gs>
              <a:gs pos="26000">
                <a:schemeClr val="bg1">
                  <a:alpha val="80000"/>
                </a:schemeClr>
              </a:gs>
            </a:gsLst>
            <a:lin ang="0" scaled="1"/>
            <a:tileRect/>
          </a:gradFill>
        </p:spPr>
        <p:txBody>
          <a:bodyPr wrap="square" lIns="2160000" rIns="756000" anchor="ctr">
            <a:noAutofit/>
          </a:bodyPr>
          <a:lstStyle>
            <a:lvl1pPr>
              <a:defRPr/>
            </a:lvl1pPr>
          </a:lstStyle>
          <a:p>
            <a:pPr lvl="0"/>
            <a:r>
              <a:rPr lang="fr-FR" dirty="0"/>
              <a:t>Cliquez pour modifier les styles du texte du masque  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B62CD770-3131-7686-5D22-0AC580D9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7250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34029E-78B3-568C-831F-68645DF6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E4E404-6902-1F6E-82F5-87930546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98557-AF65-5C65-FBD8-13E2BC97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Process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8A6D559-B5F2-C10A-5216-55551821C047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909039" y="1866901"/>
            <a:ext cx="1409699" cy="1409700"/>
          </a:xfrm>
          <a:solidFill>
            <a:srgbClr val="000000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7A89DC66-E329-2BA7-093B-F605D23EBE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888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22" name="Espace réservé du texte 11">
            <a:extLst>
              <a:ext uri="{FF2B5EF4-FFF2-40B4-BE49-F238E27FC236}">
                <a16:creationId xmlns:a16="http://schemas.microsoft.com/office/drawing/2014/main" id="{6EBAB840-A288-E4AE-DD2B-ABD52849168F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3123108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3" name="Espace réservé du texte 14">
            <a:extLst>
              <a:ext uri="{FF2B5EF4-FFF2-40B4-BE49-F238E27FC236}">
                <a16:creationId xmlns:a16="http://schemas.microsoft.com/office/drawing/2014/main" id="{3E9C6ABE-0C15-ECEA-4B26-53769D8EAC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7957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24" name="Espace réservé du texte 11">
            <a:extLst>
              <a:ext uri="{FF2B5EF4-FFF2-40B4-BE49-F238E27FC236}">
                <a16:creationId xmlns:a16="http://schemas.microsoft.com/office/drawing/2014/main" id="{24B29917-CE4F-A965-FAA6-E3B453333B7E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337177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5" name="Espace réservé du texte 14">
            <a:extLst>
              <a:ext uri="{FF2B5EF4-FFF2-40B4-BE49-F238E27FC236}">
                <a16:creationId xmlns:a16="http://schemas.microsoft.com/office/drawing/2014/main" id="{6F1352A1-512B-F388-3483-16D51BDD2D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2026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texte 11">
            <a:extLst>
              <a:ext uri="{FF2B5EF4-FFF2-40B4-BE49-F238E27FC236}">
                <a16:creationId xmlns:a16="http://schemas.microsoft.com/office/drawing/2014/main" id="{C4BAD260-C56B-B79F-C093-46D3C16BCC87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7551246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7" name="Espace réservé du texte 14">
            <a:extLst>
              <a:ext uri="{FF2B5EF4-FFF2-40B4-BE49-F238E27FC236}">
                <a16:creationId xmlns:a16="http://schemas.microsoft.com/office/drawing/2014/main" id="{E3294DD8-C0C7-7FF7-2AF0-2A6B1C7861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6095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texte 11">
            <a:extLst>
              <a:ext uri="{FF2B5EF4-FFF2-40B4-BE49-F238E27FC236}">
                <a16:creationId xmlns:a16="http://schemas.microsoft.com/office/drawing/2014/main" id="{043259EC-B8D8-255D-A2B2-B6984873CA66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765314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29" name="Espace réservé du texte 14">
            <a:extLst>
              <a:ext uri="{FF2B5EF4-FFF2-40B4-BE49-F238E27FC236}">
                <a16:creationId xmlns:a16="http://schemas.microsoft.com/office/drawing/2014/main" id="{24D806FB-89F5-15B1-42D4-FB45DB6CC6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80163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8DC98BA-7572-A388-C6B4-862306EE47DA}"/>
              </a:ext>
            </a:extLst>
          </p:cNvPr>
          <p:cNvSpPr txBox="1"/>
          <p:nvPr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2 niveaux de textes sont utilisés dans le carré de couleur, le 2</a:t>
            </a:r>
            <a:r>
              <a:rPr lang="fr-FR" sz="1200" baseline="30000" dirty="0">
                <a:solidFill>
                  <a:schemeClr val="bg1">
                    <a:lumMod val="50000"/>
                  </a:schemeClr>
                </a:solidFill>
              </a:rPr>
              <a:t>ème</a:t>
            </a: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 niveau est réservé au chiffre</a:t>
            </a:r>
          </a:p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A tout moment vous pouvez changer la couleur de 1 ou plusieurs carré(s) : « Format de la forme » / « Remplissage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A tout moment vous pouvez supprimer ou dupliquer une des étapes</a:t>
            </a:r>
          </a:p>
        </p:txBody>
      </p:sp>
      <p:pic>
        <p:nvPicPr>
          <p:cNvPr id="1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501BFA8-B9A9-BC60-9090-AC04B424F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1606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34029E-78B3-568C-831F-68645DF6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28/10/2022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E4E404-6902-1F6E-82F5-87930546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Exemple de pied de page (A modifier dans l'onglet "Insertion"/"En-tête/Pied"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98557-AF65-5C65-FBD8-13E2BC97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Process 2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80E4F447-1473-CEC3-0C4B-859E1566BDE9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731838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8DC98BA-7572-A388-C6B4-862306EE47DA}"/>
              </a:ext>
            </a:extLst>
          </p:cNvPr>
          <p:cNvSpPr txBox="1"/>
          <p:nvPr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2 niveaux de textes sont utilisés dans le carré de couleur, le 2</a:t>
            </a:r>
            <a:r>
              <a:rPr lang="fr-FR" sz="1200" baseline="30000" dirty="0">
                <a:solidFill>
                  <a:schemeClr val="bg1">
                    <a:lumMod val="50000"/>
                  </a:schemeClr>
                </a:solidFill>
              </a:rPr>
              <a:t>ème</a:t>
            </a: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 niveau est réservé au chiffre</a:t>
            </a:r>
          </a:p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A tout moment vous pouvez changer la couleur de 1 ou plusieurs carré(s) : « Format de la forme » / « Remplissage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A tout moment vous pouvez supprimer ou dupliquer une des étapes</a:t>
            </a:r>
          </a:p>
        </p:txBody>
      </p:sp>
      <p:sp>
        <p:nvSpPr>
          <p:cNvPr id="20" name="Espace réservé du texte 14">
            <a:extLst>
              <a:ext uri="{FF2B5EF4-FFF2-40B4-BE49-F238E27FC236}">
                <a16:creationId xmlns:a16="http://schemas.microsoft.com/office/drawing/2014/main" id="{7F676C8B-EE69-3CAC-C9F6-BFDEFD0527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3555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1" name="Espace réservé du texte 14">
            <a:extLst>
              <a:ext uri="{FF2B5EF4-FFF2-40B4-BE49-F238E27FC236}">
                <a16:creationId xmlns:a16="http://schemas.microsoft.com/office/drawing/2014/main" id="{89215B80-BD0F-D77B-4046-84DBB6530C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50698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1" name="Espace réservé du texte 14">
            <a:extLst>
              <a:ext uri="{FF2B5EF4-FFF2-40B4-BE49-F238E27FC236}">
                <a16:creationId xmlns:a16="http://schemas.microsoft.com/office/drawing/2014/main" id="{50E15DEA-ADB9-4EAD-9B8B-400BF2AF4F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42355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2" name="Espace réservé du texte 14">
            <a:extLst>
              <a:ext uri="{FF2B5EF4-FFF2-40B4-BE49-F238E27FC236}">
                <a16:creationId xmlns:a16="http://schemas.microsoft.com/office/drawing/2014/main" id="{31D594DF-B2F9-BDEA-68CF-C1C92B869A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61440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3" name="Espace réservé du texte 14">
            <a:extLst>
              <a:ext uri="{FF2B5EF4-FFF2-40B4-BE49-F238E27FC236}">
                <a16:creationId xmlns:a16="http://schemas.microsoft.com/office/drawing/2014/main" id="{4EB8106A-BAE6-87F6-A881-562ED8FA41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86855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6FA8E9A1-911D-DD9D-7A76-ADDB4C2E4317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2908981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35" name="Espace réservé du texte 34">
            <a:extLst>
              <a:ext uri="{FF2B5EF4-FFF2-40B4-BE49-F238E27FC236}">
                <a16:creationId xmlns:a16="http://schemas.microsoft.com/office/drawing/2014/main" id="{89C62950-23F5-0C27-DBF0-B851B616C800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5100638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36" name="Espace réservé du texte 35">
            <a:extLst>
              <a:ext uri="{FF2B5EF4-FFF2-40B4-BE49-F238E27FC236}">
                <a16:creationId xmlns:a16="http://schemas.microsoft.com/office/drawing/2014/main" id="{ABF9A6B1-3BC9-0F8E-8148-B1CF03BB61CA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7219723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sp>
        <p:nvSpPr>
          <p:cNvPr id="38" name="Espace réservé du texte 11">
            <a:extLst>
              <a:ext uri="{FF2B5EF4-FFF2-40B4-BE49-F238E27FC236}">
                <a16:creationId xmlns:a16="http://schemas.microsoft.com/office/drawing/2014/main" id="{97EC53BB-3B6C-3AF7-68E1-48C8465AC201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386855" y="1583490"/>
            <a:ext cx="1652399" cy="16524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 dirty="0"/>
              <a:t>Item</a:t>
            </a:r>
          </a:p>
          <a:p>
            <a:pPr lvl="1"/>
            <a:r>
              <a:rPr lang="fr-FR" dirty="0"/>
              <a:t>0</a:t>
            </a:r>
          </a:p>
        </p:txBody>
      </p:sp>
      <p:pic>
        <p:nvPicPr>
          <p:cNvPr id="1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D2C0AC3-31B7-69C8-1880-96C477E56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83245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 CEA-Le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38" y="734798"/>
            <a:ext cx="3563937" cy="1798864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</a:t>
            </a:r>
            <a:r>
              <a:rPr lang="fr-FR" sz="1200" dirty="0" smtClean="0">
                <a:solidFill>
                  <a:schemeClr val="bg1">
                    <a:lumMod val="50000"/>
                  </a:schemeClr>
                </a:solidFill>
              </a:rPr>
              <a:t>FIN CEA-Leti</a:t>
            </a:r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EC821E-CA1A-6C83-0786-AF12C1B34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7" y="3449638"/>
            <a:ext cx="2425700" cy="703262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731838" y="4568370"/>
            <a:ext cx="6564312" cy="48006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1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fr-FR" b="1" dirty="0"/>
              <a:t>CRÉDITS PHOTO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3E8B46-58E5-AAA0-387D-4D0B3F725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508500"/>
            <a:ext cx="3001963" cy="1384300"/>
          </a:xfrm>
        </p:spPr>
        <p:txBody>
          <a:bodyPr anchor="b" anchorCtr="0">
            <a:normAutofit/>
          </a:bodyPr>
          <a:lstStyle>
            <a:lvl1pPr>
              <a:spcBef>
                <a:spcPts val="600"/>
              </a:spcBef>
              <a:defRPr sz="1400"/>
            </a:lvl1pPr>
          </a:lstStyle>
          <a:p>
            <a:pPr lvl="0"/>
            <a:r>
              <a:rPr lang="fr-FR" dirty="0"/>
              <a:t>Contact + coordonnées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64A62886-21D9-96B1-E41B-BFA9B09684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/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1" y="6163479"/>
            <a:ext cx="1295400" cy="263878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932" y="6135836"/>
            <a:ext cx="1436615" cy="5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897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 Gris CEA-Leti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FIN </a:t>
            </a:r>
            <a:r>
              <a:rPr lang="fr-FR" sz="1200" dirty="0" smtClean="0">
                <a:solidFill>
                  <a:schemeClr val="bg1">
                    <a:lumMod val="50000"/>
                  </a:schemeClr>
                </a:solidFill>
              </a:rPr>
              <a:t>Gris CEA-Leti</a:t>
            </a:r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EC821E-CA1A-6C83-0786-AF12C1B34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7" y="3449638"/>
            <a:ext cx="2425700" cy="703262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0D902288-F09E-3DF3-4FA0-8680492FC7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838" y="4568370"/>
            <a:ext cx="6564312" cy="48006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1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fr-FR" b="1" dirty="0"/>
              <a:t>CRÉDITS PHOTO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81B85C49-3012-97FD-C776-3C7299B5E4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508500"/>
            <a:ext cx="3001963" cy="1502833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Contact + coordonnées</a:t>
            </a:r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DFC68CDA-E659-1835-4722-CB92A2FFFE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88" y="721970"/>
            <a:ext cx="3566187" cy="18000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1" y="6163479"/>
            <a:ext cx="1295400" cy="263877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932" y="6135836"/>
            <a:ext cx="1436615" cy="5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823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EA-Leti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</a:t>
            </a:r>
            <a:r>
              <a:rPr lang="fr-FR" sz="1200" dirty="0" smtClean="0">
                <a:solidFill>
                  <a:schemeClr val="bg1">
                    <a:lumMod val="50000"/>
                  </a:schemeClr>
                </a:solidFill>
              </a:rPr>
              <a:t>Contact CEA-Leti</a:t>
            </a:r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73F48AE-496F-F02F-5148-8492F7C616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5105625"/>
            <a:ext cx="4651374" cy="1510845"/>
          </a:xfrm>
        </p:spPr>
        <p:txBody>
          <a:bodyPr anchor="t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180975" indent="-180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 marL="357188" indent="-17621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4pPr>
            <a:lvl5pPr marL="538163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Prénom NOM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E103F96-5E5B-60F7-F077-8E6E1ABD9DF4}"/>
              </a:ext>
            </a:extLst>
          </p:cNvPr>
          <p:cNvSpPr txBox="1"/>
          <p:nvPr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Prénom NOM = 1</a:t>
            </a:r>
            <a:r>
              <a:rPr lang="fr-FR" sz="1200" baseline="30000" dirty="0">
                <a:solidFill>
                  <a:schemeClr val="bg1">
                    <a:lumMod val="50000"/>
                  </a:schemeClr>
                </a:solidFill>
              </a:rPr>
              <a:t>er</a:t>
            </a: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 niveau  -  Email / Tél, = 2</a:t>
            </a:r>
            <a:r>
              <a:rPr lang="fr-FR" sz="1200" baseline="30000" dirty="0">
                <a:solidFill>
                  <a:schemeClr val="bg1">
                    <a:lumMod val="50000"/>
                  </a:schemeClr>
                </a:solidFill>
              </a:rPr>
              <a:t>ème</a:t>
            </a: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 niveau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2" y="729000"/>
            <a:ext cx="3566187" cy="1800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932" y="6135836"/>
            <a:ext cx="1436615" cy="5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182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FIN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EC821E-CA1A-6C83-0786-AF12C1B34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7" y="3449638"/>
            <a:ext cx="2425700" cy="703262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pic>
        <p:nvPicPr>
          <p:cNvPr id="16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sp>
        <p:nvSpPr>
          <p:cNvPr id="8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731838" y="4568370"/>
            <a:ext cx="6564312" cy="48006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1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fr-FR" b="1" dirty="0"/>
              <a:t>CRÉDITS PHOTO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3E8B46-58E5-AAA0-387D-4D0B3F725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508500"/>
            <a:ext cx="3001963" cy="1930400"/>
          </a:xfrm>
        </p:spPr>
        <p:txBody>
          <a:bodyPr anchor="b" anchorCtr="0">
            <a:normAutofit/>
          </a:bodyPr>
          <a:lstStyle>
            <a:lvl1pPr>
              <a:spcBef>
                <a:spcPts val="600"/>
              </a:spcBef>
              <a:defRPr sz="1400"/>
            </a:lvl1pPr>
          </a:lstStyle>
          <a:p>
            <a:pPr lvl="0"/>
            <a:r>
              <a:rPr lang="fr-FR" dirty="0"/>
              <a:t>Contact + coordonnées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64A62886-21D9-96B1-E41B-BFA9B09684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/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39232968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 Gri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FIN Gris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EC821E-CA1A-6C83-0786-AF12C1B34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7" y="3449638"/>
            <a:ext cx="2425700" cy="703262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pic>
        <p:nvPicPr>
          <p:cNvPr id="15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0D902288-F09E-3DF3-4FA0-8680492FC7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838" y="4568370"/>
            <a:ext cx="6564312" cy="48006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1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fr-FR" b="1" dirty="0"/>
              <a:t>CRÉDITS PHOTO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81B85C49-3012-97FD-C776-3C7299B5E4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508500"/>
            <a:ext cx="3001963" cy="1930400"/>
          </a:xfrm>
        </p:spPr>
        <p:txBody>
          <a:bodyPr anchor="b" anchorCtr="0">
            <a:normAutofit/>
          </a:bodyPr>
          <a:lstStyle>
            <a:lvl1pPr>
              <a:spcBef>
                <a:spcPts val="60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Contact + coordonnées</a:t>
            </a:r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DFC68CDA-E659-1835-4722-CB92A2FFFE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40514183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Disposition : Contact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73F48AE-496F-F02F-5148-8492F7C616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5105625"/>
            <a:ext cx="4651374" cy="1510845"/>
          </a:xfrm>
        </p:spPr>
        <p:txBody>
          <a:bodyPr anchor="t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180975" indent="-180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 marL="357188" indent="-17621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4pPr>
            <a:lvl5pPr marL="538163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Prénom NOM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E103F96-5E5B-60F7-F077-8E6E1ABD9DF4}"/>
              </a:ext>
            </a:extLst>
          </p:cNvPr>
          <p:cNvSpPr txBox="1"/>
          <p:nvPr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Astuce : Prénom NOM = 1</a:t>
            </a:r>
            <a:r>
              <a:rPr lang="fr-FR" sz="1200" baseline="30000" dirty="0">
                <a:solidFill>
                  <a:schemeClr val="bg1">
                    <a:lumMod val="50000"/>
                  </a:schemeClr>
                </a:solidFill>
              </a:rPr>
              <a:t>er</a:t>
            </a: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 niveau  -  Email / Tél, = 2</a:t>
            </a:r>
            <a:r>
              <a:rPr lang="fr-FR" sz="1200" baseline="30000" dirty="0">
                <a:solidFill>
                  <a:schemeClr val="bg1">
                    <a:lumMod val="50000"/>
                  </a:schemeClr>
                </a:solidFill>
              </a:rPr>
              <a:t>ème</a:t>
            </a:r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 niveau</a:t>
            </a:r>
          </a:p>
          <a:p>
            <a:endParaRPr lang="fr-F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31838" y="726066"/>
            <a:ext cx="1806198" cy="1806198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pic>
        <p:nvPicPr>
          <p:cNvPr id="16" name="Image 15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22219D0D-87E0-357C-56D2-13A29A891F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2600" y="5892800"/>
            <a:ext cx="3357563" cy="558800"/>
          </a:xfrm>
        </p:spPr>
        <p:txBody>
          <a:bodyPr rIns="0">
            <a:normAutofit/>
          </a:bodyPr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42670384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2849562"/>
            <a:ext cx="5294312" cy="1587501"/>
          </a:xfrm>
        </p:spPr>
        <p:txBody>
          <a:bodyPr anchor="b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dirty="0" smtClean="0"/>
              <a:t>Titre de la présentation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4457701"/>
            <a:ext cx="5294312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 smtClean="0"/>
              <a:t>Prénom Nom</a:t>
            </a:r>
          </a:p>
          <a:p>
            <a:pPr lvl="1"/>
            <a:r>
              <a:rPr lang="fr-FR" dirty="0" smtClean="0"/>
              <a:t>Fonction</a:t>
            </a:r>
            <a:endParaRPr lang="fr-FR" dirty="0"/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A735B0D2-65F8-67B3-4CB3-F526012A059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0585" y="-1588"/>
            <a:ext cx="20638" cy="311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Espace réservé pour une image  60">
            <a:extLst>
              <a:ext uri="{FF2B5EF4-FFF2-40B4-BE49-F238E27FC236}">
                <a16:creationId xmlns:a16="http://schemas.microsoft.com/office/drawing/2014/main" id="{570E7ABE-1C46-BCBC-E4AA-CED1991C314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35600" y="0"/>
            <a:ext cx="6756400" cy="6858000"/>
          </a:xfrm>
          <a:custGeom>
            <a:avLst/>
            <a:gdLst>
              <a:gd name="connsiteX0" fmla="*/ 558577 w 6756400"/>
              <a:gd name="connsiteY0" fmla="*/ 2472501 h 6858000"/>
              <a:gd name="connsiteX1" fmla="*/ 1118234 w 6756400"/>
              <a:gd name="connsiteY1" fmla="*/ 2898413 h 6858000"/>
              <a:gd name="connsiteX2" fmla="*/ 754773 w 6756400"/>
              <a:gd name="connsiteY2" fmla="*/ 3179642 h 6858000"/>
              <a:gd name="connsiteX3" fmla="*/ 765623 w 6756400"/>
              <a:gd name="connsiteY3" fmla="*/ 3197727 h 6858000"/>
              <a:gd name="connsiteX4" fmla="*/ 1132700 w 6756400"/>
              <a:gd name="connsiteY4" fmla="*/ 2912881 h 6858000"/>
              <a:gd name="connsiteX5" fmla="*/ 1132700 w 6756400"/>
              <a:gd name="connsiteY5" fmla="*/ 3443689 h 6858000"/>
              <a:gd name="connsiteX6" fmla="*/ 978998 w 6756400"/>
              <a:gd name="connsiteY6" fmla="*/ 3562149 h 6858000"/>
              <a:gd name="connsiteX7" fmla="*/ 990752 w 6756400"/>
              <a:gd name="connsiteY7" fmla="*/ 3582043 h 6858000"/>
              <a:gd name="connsiteX8" fmla="*/ 1138125 w 6756400"/>
              <a:gd name="connsiteY8" fmla="*/ 3467200 h 6858000"/>
              <a:gd name="connsiteX9" fmla="*/ 1697783 w 6756400"/>
              <a:gd name="connsiteY9" fmla="*/ 3892208 h 6858000"/>
              <a:gd name="connsiteX10" fmla="*/ 1337034 w 6756400"/>
              <a:gd name="connsiteY10" fmla="*/ 4172532 h 6858000"/>
              <a:gd name="connsiteX11" fmla="*/ 1346980 w 6756400"/>
              <a:gd name="connsiteY11" fmla="*/ 4190618 h 6858000"/>
              <a:gd name="connsiteX12" fmla="*/ 1704112 w 6756400"/>
              <a:gd name="connsiteY12" fmla="*/ 3913006 h 6858000"/>
              <a:gd name="connsiteX13" fmla="*/ 1704112 w 6756400"/>
              <a:gd name="connsiteY13" fmla="*/ 4443814 h 6858000"/>
              <a:gd name="connsiteX14" fmla="*/ 1560355 w 6756400"/>
              <a:gd name="connsiteY14" fmla="*/ 4555944 h 6858000"/>
              <a:gd name="connsiteX15" fmla="*/ 1149879 w 6756400"/>
              <a:gd name="connsiteY15" fmla="*/ 4874248 h 6858000"/>
              <a:gd name="connsiteX16" fmla="*/ 1149879 w 6756400"/>
              <a:gd name="connsiteY16" fmla="*/ 4343440 h 6858000"/>
              <a:gd name="connsiteX17" fmla="*/ 1346076 w 6756400"/>
              <a:gd name="connsiteY17" fmla="*/ 4190618 h 6858000"/>
              <a:gd name="connsiteX18" fmla="*/ 1336130 w 6756400"/>
              <a:gd name="connsiteY18" fmla="*/ 4173437 h 6858000"/>
              <a:gd name="connsiteX19" fmla="*/ 1139934 w 6756400"/>
              <a:gd name="connsiteY19" fmla="*/ 4325354 h 6858000"/>
              <a:gd name="connsiteX20" fmla="*/ 580276 w 6756400"/>
              <a:gd name="connsiteY20" fmla="*/ 3900346 h 6858000"/>
              <a:gd name="connsiteX21" fmla="*/ 989848 w 6756400"/>
              <a:gd name="connsiteY21" fmla="*/ 3582043 h 6858000"/>
              <a:gd name="connsiteX22" fmla="*/ 978094 w 6756400"/>
              <a:gd name="connsiteY22" fmla="*/ 3563053 h 6858000"/>
              <a:gd name="connsiteX23" fmla="*/ 577563 w 6756400"/>
              <a:gd name="connsiteY23" fmla="*/ 3874123 h 6858000"/>
              <a:gd name="connsiteX24" fmla="*/ 577563 w 6756400"/>
              <a:gd name="connsiteY24" fmla="*/ 3342411 h 6858000"/>
              <a:gd name="connsiteX25" fmla="*/ 764719 w 6756400"/>
              <a:gd name="connsiteY25" fmla="*/ 3197727 h 6858000"/>
              <a:gd name="connsiteX26" fmla="*/ 754773 w 6756400"/>
              <a:gd name="connsiteY26" fmla="*/ 3180546 h 6858000"/>
              <a:gd name="connsiteX27" fmla="*/ 567618 w 6756400"/>
              <a:gd name="connsiteY27" fmla="*/ 3325229 h 6858000"/>
              <a:gd name="connsiteX28" fmla="*/ 7960 w 6756400"/>
              <a:gd name="connsiteY28" fmla="*/ 2899317 h 6858000"/>
              <a:gd name="connsiteX29" fmla="*/ 558577 w 6756400"/>
              <a:gd name="connsiteY29" fmla="*/ 2472501 h 6858000"/>
              <a:gd name="connsiteX30" fmla="*/ 1724907 w 6756400"/>
              <a:gd name="connsiteY30" fmla="*/ 0 h 6858000"/>
              <a:gd name="connsiteX31" fmla="*/ 6756400 w 6756400"/>
              <a:gd name="connsiteY31" fmla="*/ 0 h 6858000"/>
              <a:gd name="connsiteX32" fmla="*/ 6756400 w 6756400"/>
              <a:gd name="connsiteY32" fmla="*/ 6858000 h 6858000"/>
              <a:gd name="connsiteX33" fmla="*/ 0 w 6756400"/>
              <a:gd name="connsiteY33" fmla="*/ 6858000 h 6858000"/>
              <a:gd name="connsiteX34" fmla="*/ 0 w 6756400"/>
              <a:gd name="connsiteY34" fmla="*/ 6856412 h 6858000"/>
              <a:gd name="connsiteX35" fmla="*/ 162738 w 6756400"/>
              <a:gd name="connsiteY35" fmla="*/ 6856412 h 6858000"/>
              <a:gd name="connsiteX36" fmla="*/ 1149879 w 6756400"/>
              <a:gd name="connsiteY36" fmla="*/ 6856412 h 6858000"/>
              <a:gd name="connsiteX37" fmla="*/ 1149879 w 6756400"/>
              <a:gd name="connsiteY37" fmla="*/ 6332839 h 6858000"/>
              <a:gd name="connsiteX38" fmla="*/ 1704112 w 6756400"/>
              <a:gd name="connsiteY38" fmla="*/ 5902405 h 6858000"/>
              <a:gd name="connsiteX39" fmla="*/ 1704112 w 6756400"/>
              <a:gd name="connsiteY39" fmla="*/ 6433213 h 6858000"/>
              <a:gd name="connsiteX40" fmla="*/ 1159824 w 6756400"/>
              <a:gd name="connsiteY40" fmla="*/ 6855508 h 6858000"/>
              <a:gd name="connsiteX41" fmla="*/ 1193277 w 6756400"/>
              <a:gd name="connsiteY41" fmla="*/ 6855508 h 6858000"/>
              <a:gd name="connsiteX42" fmla="*/ 1724907 w 6756400"/>
              <a:gd name="connsiteY42" fmla="*/ 6443160 h 6858000"/>
              <a:gd name="connsiteX43" fmla="*/ 1724907 w 6756400"/>
              <a:gd name="connsiteY43" fmla="*/ 5877086 h 6858000"/>
              <a:gd name="connsiteX44" fmla="*/ 1386762 w 6756400"/>
              <a:gd name="connsiteY44" fmla="*/ 5620272 h 6858000"/>
              <a:gd name="connsiteX45" fmla="*/ 1343363 w 6756400"/>
              <a:gd name="connsiteY45" fmla="*/ 5612134 h 6858000"/>
              <a:gd name="connsiteX46" fmla="*/ 1697783 w 6756400"/>
              <a:gd name="connsiteY46" fmla="*/ 5881607 h 6858000"/>
              <a:gd name="connsiteX47" fmla="*/ 1139934 w 6756400"/>
              <a:gd name="connsiteY47" fmla="*/ 6314753 h 6858000"/>
              <a:gd name="connsiteX48" fmla="*/ 581180 w 6756400"/>
              <a:gd name="connsiteY48" fmla="*/ 5889745 h 6858000"/>
              <a:gd name="connsiteX49" fmla="*/ 1014259 w 6756400"/>
              <a:gd name="connsiteY49" fmla="*/ 5553356 h 6858000"/>
              <a:gd name="connsiteX50" fmla="*/ 987135 w 6756400"/>
              <a:gd name="connsiteY50" fmla="*/ 5548835 h 6858000"/>
              <a:gd name="connsiteX51" fmla="*/ 577563 w 6756400"/>
              <a:gd name="connsiteY51" fmla="*/ 5866234 h 6858000"/>
              <a:gd name="connsiteX52" fmla="*/ 577563 w 6756400"/>
              <a:gd name="connsiteY52" fmla="*/ 5335426 h 6858000"/>
              <a:gd name="connsiteX53" fmla="*/ 1132700 w 6756400"/>
              <a:gd name="connsiteY53" fmla="*/ 4905897 h 6858000"/>
              <a:gd name="connsiteX54" fmla="*/ 1132700 w 6756400"/>
              <a:gd name="connsiteY54" fmla="*/ 5435801 h 6858000"/>
              <a:gd name="connsiteX55" fmla="*/ 988039 w 6756400"/>
              <a:gd name="connsiteY55" fmla="*/ 5547930 h 6858000"/>
              <a:gd name="connsiteX56" fmla="*/ 1015163 w 6756400"/>
              <a:gd name="connsiteY56" fmla="*/ 5552452 h 6858000"/>
              <a:gd name="connsiteX57" fmla="*/ 1139029 w 6756400"/>
              <a:gd name="connsiteY57" fmla="*/ 5456599 h 6858000"/>
              <a:gd name="connsiteX58" fmla="*/ 1342459 w 6756400"/>
              <a:gd name="connsiteY58" fmla="*/ 5611229 h 6858000"/>
              <a:gd name="connsiteX59" fmla="*/ 1384953 w 6756400"/>
              <a:gd name="connsiteY59" fmla="*/ 5619368 h 6858000"/>
              <a:gd name="connsiteX60" fmla="*/ 1152591 w 6756400"/>
              <a:gd name="connsiteY60" fmla="*/ 5442131 h 6858000"/>
              <a:gd name="connsiteX61" fmla="*/ 1152591 w 6756400"/>
              <a:gd name="connsiteY61" fmla="*/ 4897759 h 6858000"/>
              <a:gd name="connsiteX62" fmla="*/ 1570300 w 6756400"/>
              <a:gd name="connsiteY62" fmla="*/ 4573125 h 6858000"/>
              <a:gd name="connsiteX63" fmla="*/ 1560355 w 6756400"/>
              <a:gd name="connsiteY63" fmla="*/ 4555944 h 6858000"/>
              <a:gd name="connsiteX64" fmla="*/ 1571205 w 6756400"/>
              <a:gd name="connsiteY64" fmla="*/ 4573125 h 6858000"/>
              <a:gd name="connsiteX65" fmla="*/ 1709537 w 6756400"/>
              <a:gd name="connsiteY65" fmla="*/ 4465517 h 6858000"/>
              <a:gd name="connsiteX66" fmla="*/ 2290894 w 6756400"/>
              <a:gd name="connsiteY66" fmla="*/ 4907706 h 6858000"/>
              <a:gd name="connsiteX67" fmla="*/ 2874963 w 6756400"/>
              <a:gd name="connsiteY67" fmla="*/ 4453761 h 6858000"/>
              <a:gd name="connsiteX68" fmla="*/ 2874963 w 6756400"/>
              <a:gd name="connsiteY68" fmla="*/ 4272907 h 6858000"/>
              <a:gd name="connsiteX69" fmla="*/ 2855072 w 6756400"/>
              <a:gd name="connsiteY69" fmla="*/ 4281949 h 6858000"/>
              <a:gd name="connsiteX70" fmla="*/ 2855072 w 6756400"/>
              <a:gd name="connsiteY70" fmla="*/ 4443814 h 6858000"/>
              <a:gd name="connsiteX71" fmla="*/ 2300839 w 6756400"/>
              <a:gd name="connsiteY71" fmla="*/ 4874248 h 6858000"/>
              <a:gd name="connsiteX72" fmla="*/ 2300839 w 6756400"/>
              <a:gd name="connsiteY72" fmla="*/ 4343440 h 6858000"/>
              <a:gd name="connsiteX73" fmla="*/ 2855072 w 6756400"/>
              <a:gd name="connsiteY73" fmla="*/ 3913006 h 6858000"/>
              <a:gd name="connsiteX74" fmla="*/ 2855072 w 6756400"/>
              <a:gd name="connsiteY74" fmla="*/ 4281045 h 6858000"/>
              <a:gd name="connsiteX75" fmla="*/ 2874963 w 6756400"/>
              <a:gd name="connsiteY75" fmla="*/ 4272002 h 6858000"/>
              <a:gd name="connsiteX76" fmla="*/ 2874963 w 6756400"/>
              <a:gd name="connsiteY76" fmla="*/ 3887687 h 6858000"/>
              <a:gd name="connsiteX77" fmla="*/ 2675150 w 6756400"/>
              <a:gd name="connsiteY77" fmla="*/ 3735769 h 6858000"/>
              <a:gd name="connsiteX78" fmla="*/ 2654355 w 6756400"/>
              <a:gd name="connsiteY78" fmla="*/ 3744812 h 6858000"/>
              <a:gd name="connsiteX79" fmla="*/ 2848743 w 6756400"/>
              <a:gd name="connsiteY79" fmla="*/ 3892208 h 6858000"/>
              <a:gd name="connsiteX80" fmla="*/ 2290894 w 6756400"/>
              <a:gd name="connsiteY80" fmla="*/ 4325354 h 6858000"/>
              <a:gd name="connsiteX81" fmla="*/ 1731236 w 6756400"/>
              <a:gd name="connsiteY81" fmla="*/ 3900346 h 6858000"/>
              <a:gd name="connsiteX82" fmla="*/ 2289086 w 6756400"/>
              <a:gd name="connsiteY82" fmla="*/ 3467200 h 6858000"/>
              <a:gd name="connsiteX83" fmla="*/ 2653451 w 6756400"/>
              <a:gd name="connsiteY83" fmla="*/ 3743907 h 6858000"/>
              <a:gd name="connsiteX84" fmla="*/ 2674246 w 6756400"/>
              <a:gd name="connsiteY84" fmla="*/ 3734865 h 6858000"/>
              <a:gd name="connsiteX85" fmla="*/ 2303552 w 6756400"/>
              <a:gd name="connsiteY85" fmla="*/ 3452732 h 6858000"/>
              <a:gd name="connsiteX86" fmla="*/ 2303552 w 6756400"/>
              <a:gd name="connsiteY86" fmla="*/ 3177833 h 6858000"/>
              <a:gd name="connsiteX87" fmla="*/ 2282757 w 6756400"/>
              <a:gd name="connsiteY87" fmla="*/ 3180546 h 6858000"/>
              <a:gd name="connsiteX88" fmla="*/ 2282757 w 6756400"/>
              <a:gd name="connsiteY88" fmla="*/ 3443689 h 6858000"/>
              <a:gd name="connsiteX89" fmla="*/ 1728524 w 6756400"/>
              <a:gd name="connsiteY89" fmla="*/ 3874123 h 6858000"/>
              <a:gd name="connsiteX90" fmla="*/ 1728524 w 6756400"/>
              <a:gd name="connsiteY90" fmla="*/ 3342411 h 6858000"/>
              <a:gd name="connsiteX91" fmla="*/ 1989818 w 6756400"/>
              <a:gd name="connsiteY91" fmla="*/ 3140758 h 6858000"/>
              <a:gd name="connsiteX92" fmla="*/ 1978064 w 6756400"/>
              <a:gd name="connsiteY92" fmla="*/ 3124481 h 6858000"/>
              <a:gd name="connsiteX93" fmla="*/ 1718578 w 6756400"/>
              <a:gd name="connsiteY93" fmla="*/ 3325229 h 6858000"/>
              <a:gd name="connsiteX94" fmla="*/ 1158920 w 6756400"/>
              <a:gd name="connsiteY94" fmla="*/ 2899317 h 6858000"/>
              <a:gd name="connsiteX95" fmla="*/ 1579342 w 6756400"/>
              <a:gd name="connsiteY95" fmla="*/ 2573779 h 6858000"/>
              <a:gd name="connsiteX96" fmla="*/ 1567588 w 6756400"/>
              <a:gd name="connsiteY96" fmla="*/ 2557502 h 6858000"/>
              <a:gd name="connsiteX97" fmla="*/ 1149879 w 6756400"/>
              <a:gd name="connsiteY97" fmla="*/ 2881232 h 6858000"/>
              <a:gd name="connsiteX98" fmla="*/ 1149879 w 6756400"/>
              <a:gd name="connsiteY98" fmla="*/ 2350424 h 6858000"/>
              <a:gd name="connsiteX99" fmla="*/ 1321664 w 6756400"/>
              <a:gd name="connsiteY99" fmla="*/ 2216592 h 6858000"/>
              <a:gd name="connsiteX100" fmla="*/ 1309910 w 6756400"/>
              <a:gd name="connsiteY100" fmla="*/ 2201219 h 6858000"/>
              <a:gd name="connsiteX101" fmla="*/ 1139934 w 6756400"/>
              <a:gd name="connsiteY101" fmla="*/ 2332339 h 6858000"/>
              <a:gd name="connsiteX102" fmla="*/ 580276 w 6756400"/>
              <a:gd name="connsiteY102" fmla="*/ 1907331 h 6858000"/>
              <a:gd name="connsiteX103" fmla="*/ 1138125 w 6756400"/>
              <a:gd name="connsiteY103" fmla="*/ 1474184 h 6858000"/>
              <a:gd name="connsiteX104" fmla="*/ 1697783 w 6756400"/>
              <a:gd name="connsiteY104" fmla="*/ 1899192 h 6858000"/>
              <a:gd name="connsiteX105" fmla="*/ 1310815 w 6756400"/>
              <a:gd name="connsiteY105" fmla="*/ 2200315 h 6858000"/>
              <a:gd name="connsiteX106" fmla="*/ 1322568 w 6756400"/>
              <a:gd name="connsiteY106" fmla="*/ 2216592 h 6858000"/>
              <a:gd name="connsiteX107" fmla="*/ 1704112 w 6756400"/>
              <a:gd name="connsiteY107" fmla="*/ 1919991 h 6858000"/>
              <a:gd name="connsiteX108" fmla="*/ 1704112 w 6756400"/>
              <a:gd name="connsiteY108" fmla="*/ 2450798 h 6858000"/>
              <a:gd name="connsiteX109" fmla="*/ 1568492 w 6756400"/>
              <a:gd name="connsiteY109" fmla="*/ 2556598 h 6858000"/>
              <a:gd name="connsiteX110" fmla="*/ 1580246 w 6756400"/>
              <a:gd name="connsiteY110" fmla="*/ 2572875 h 6858000"/>
              <a:gd name="connsiteX111" fmla="*/ 1709537 w 6756400"/>
              <a:gd name="connsiteY111" fmla="*/ 2472501 h 6858000"/>
              <a:gd name="connsiteX112" fmla="*/ 2269195 w 6756400"/>
              <a:gd name="connsiteY112" fmla="*/ 2898413 h 6858000"/>
              <a:gd name="connsiteX113" fmla="*/ 1978968 w 6756400"/>
              <a:gd name="connsiteY113" fmla="*/ 3123577 h 6858000"/>
              <a:gd name="connsiteX114" fmla="*/ 1990722 w 6756400"/>
              <a:gd name="connsiteY114" fmla="*/ 3139854 h 6858000"/>
              <a:gd name="connsiteX115" fmla="*/ 2282757 w 6756400"/>
              <a:gd name="connsiteY115" fmla="*/ 2912881 h 6858000"/>
              <a:gd name="connsiteX116" fmla="*/ 2282757 w 6756400"/>
              <a:gd name="connsiteY116" fmla="*/ 3179642 h 6858000"/>
              <a:gd name="connsiteX117" fmla="*/ 2303552 w 6756400"/>
              <a:gd name="connsiteY117" fmla="*/ 3176929 h 6858000"/>
              <a:gd name="connsiteX118" fmla="*/ 2303552 w 6756400"/>
              <a:gd name="connsiteY118" fmla="*/ 2904743 h 6858000"/>
              <a:gd name="connsiteX119" fmla="*/ 2327963 w 6756400"/>
              <a:gd name="connsiteY119" fmla="*/ 2885753 h 6858000"/>
              <a:gd name="connsiteX120" fmla="*/ 2327963 w 6756400"/>
              <a:gd name="connsiteY120" fmla="*/ 2860433 h 6858000"/>
              <a:gd name="connsiteX121" fmla="*/ 2300839 w 6756400"/>
              <a:gd name="connsiteY121" fmla="*/ 2881232 h 6858000"/>
              <a:gd name="connsiteX122" fmla="*/ 2300839 w 6756400"/>
              <a:gd name="connsiteY122" fmla="*/ 2350424 h 6858000"/>
              <a:gd name="connsiteX123" fmla="*/ 2327963 w 6756400"/>
              <a:gd name="connsiteY123" fmla="*/ 2328721 h 6858000"/>
              <a:gd name="connsiteX124" fmla="*/ 2327963 w 6756400"/>
              <a:gd name="connsiteY124" fmla="*/ 2303402 h 6858000"/>
              <a:gd name="connsiteX125" fmla="*/ 2290894 w 6756400"/>
              <a:gd name="connsiteY125" fmla="*/ 2332339 h 6858000"/>
              <a:gd name="connsiteX126" fmla="*/ 1731236 w 6756400"/>
              <a:gd name="connsiteY126" fmla="*/ 1907331 h 6858000"/>
              <a:gd name="connsiteX127" fmla="*/ 2289086 w 6756400"/>
              <a:gd name="connsiteY127" fmla="*/ 1474184 h 6858000"/>
              <a:gd name="connsiteX128" fmla="*/ 2848743 w 6756400"/>
              <a:gd name="connsiteY128" fmla="*/ 1899192 h 6858000"/>
              <a:gd name="connsiteX129" fmla="*/ 2328867 w 6756400"/>
              <a:gd name="connsiteY129" fmla="*/ 2302498 h 6858000"/>
              <a:gd name="connsiteX130" fmla="*/ 2328867 w 6756400"/>
              <a:gd name="connsiteY130" fmla="*/ 2327817 h 6858000"/>
              <a:gd name="connsiteX131" fmla="*/ 2855072 w 6756400"/>
              <a:gd name="connsiteY131" fmla="*/ 1919991 h 6858000"/>
              <a:gd name="connsiteX132" fmla="*/ 2855072 w 6756400"/>
              <a:gd name="connsiteY132" fmla="*/ 2450798 h 6858000"/>
              <a:gd name="connsiteX133" fmla="*/ 2328867 w 6756400"/>
              <a:gd name="connsiteY133" fmla="*/ 2859529 h 6858000"/>
              <a:gd name="connsiteX134" fmla="*/ 2328867 w 6756400"/>
              <a:gd name="connsiteY134" fmla="*/ 2884849 h 6858000"/>
              <a:gd name="connsiteX135" fmla="*/ 2874963 w 6756400"/>
              <a:gd name="connsiteY135" fmla="*/ 2460745 h 6858000"/>
              <a:gd name="connsiteX136" fmla="*/ 2874963 w 6756400"/>
              <a:gd name="connsiteY136" fmla="*/ 1894671 h 6858000"/>
              <a:gd name="connsiteX137" fmla="*/ 2303552 w 6756400"/>
              <a:gd name="connsiteY137" fmla="*/ 1459716 h 6858000"/>
              <a:gd name="connsiteX138" fmla="*/ 2303552 w 6756400"/>
              <a:gd name="connsiteY138" fmla="*/ 926195 h 6858000"/>
              <a:gd name="connsiteX139" fmla="*/ 2282757 w 6756400"/>
              <a:gd name="connsiteY139" fmla="*/ 941568 h 6858000"/>
              <a:gd name="connsiteX140" fmla="*/ 2282757 w 6756400"/>
              <a:gd name="connsiteY140" fmla="*/ 1451578 h 6858000"/>
              <a:gd name="connsiteX141" fmla="*/ 1728524 w 6756400"/>
              <a:gd name="connsiteY141" fmla="*/ 1882011 h 6858000"/>
              <a:gd name="connsiteX142" fmla="*/ 1728524 w 6756400"/>
              <a:gd name="connsiteY142" fmla="*/ 1351203 h 6858000"/>
              <a:gd name="connsiteX143" fmla="*/ 2282757 w 6756400"/>
              <a:gd name="connsiteY143" fmla="*/ 920770 h 6858000"/>
              <a:gd name="connsiteX144" fmla="*/ 2282757 w 6756400"/>
              <a:gd name="connsiteY144" fmla="*/ 940664 h 6858000"/>
              <a:gd name="connsiteX145" fmla="*/ 2303552 w 6756400"/>
              <a:gd name="connsiteY145" fmla="*/ 924387 h 6858000"/>
              <a:gd name="connsiteX146" fmla="*/ 2303552 w 6756400"/>
              <a:gd name="connsiteY146" fmla="*/ 895450 h 6858000"/>
              <a:gd name="connsiteX147" fmla="*/ 1749319 w 6756400"/>
              <a:gd name="connsiteY147" fmla="*/ 474059 h 6858000"/>
              <a:gd name="connsiteX148" fmla="*/ 1733044 w 6756400"/>
              <a:gd name="connsiteY148" fmla="*/ 486719 h 6858000"/>
              <a:gd name="connsiteX149" fmla="*/ 2276428 w 6756400"/>
              <a:gd name="connsiteY149" fmla="*/ 899971 h 6858000"/>
              <a:gd name="connsiteX150" fmla="*/ 1718578 w 6756400"/>
              <a:gd name="connsiteY150" fmla="*/ 1333118 h 6858000"/>
              <a:gd name="connsiteX151" fmla="*/ 1158920 w 6756400"/>
              <a:gd name="connsiteY151" fmla="*/ 908110 h 6858000"/>
              <a:gd name="connsiteX152" fmla="*/ 1716770 w 6756400"/>
              <a:gd name="connsiteY152" fmla="*/ 474964 h 6858000"/>
              <a:gd name="connsiteX153" fmla="*/ 1732140 w 6756400"/>
              <a:gd name="connsiteY153" fmla="*/ 486719 h 6858000"/>
              <a:gd name="connsiteX154" fmla="*/ 1748415 w 6756400"/>
              <a:gd name="connsiteY154" fmla="*/ 474059 h 6858000"/>
              <a:gd name="connsiteX155" fmla="*/ 1724907 w 6756400"/>
              <a:gd name="connsiteY155" fmla="*/ 455070 h 6858000"/>
              <a:gd name="connsiteX156" fmla="*/ 1724907 w 6756400"/>
              <a:gd name="connsiteY156" fmla="*/ 206 h 6858000"/>
              <a:gd name="connsiteX157" fmla="*/ 1606490 w 6756400"/>
              <a:gd name="connsiteY157" fmla="*/ 0 h 6858000"/>
              <a:gd name="connsiteX158" fmla="*/ 1704112 w 6756400"/>
              <a:gd name="connsiteY158" fmla="*/ 0 h 6858000"/>
              <a:gd name="connsiteX159" fmla="*/ 1704112 w 6756400"/>
              <a:gd name="connsiteY159" fmla="*/ 79700 h 6858000"/>
              <a:gd name="connsiteX160" fmla="*/ 1704112 w 6756400"/>
              <a:gd name="connsiteY160" fmla="*/ 455974 h 6858000"/>
              <a:gd name="connsiteX161" fmla="*/ 1149879 w 6756400"/>
              <a:gd name="connsiteY161" fmla="*/ 885503 h 6858000"/>
              <a:gd name="connsiteX162" fmla="*/ 1149879 w 6756400"/>
              <a:gd name="connsiteY162" fmla="*/ 354695 h 6858000"/>
              <a:gd name="connsiteX163" fmla="*/ 1606476 w 6756400"/>
              <a:gd name="connsiteY163" fmla="*/ 11 h 6858000"/>
              <a:gd name="connsiteX164" fmla="*/ 696284 w 6756400"/>
              <a:gd name="connsiteY164" fmla="*/ 0 h 6858000"/>
              <a:gd name="connsiteX165" fmla="*/ 1573942 w 6756400"/>
              <a:gd name="connsiteY165" fmla="*/ 0 h 6858000"/>
              <a:gd name="connsiteX166" fmla="*/ 1498270 w 6756400"/>
              <a:gd name="connsiteY166" fmla="*/ 58848 h 6858000"/>
              <a:gd name="connsiteX167" fmla="*/ 1139934 w 6756400"/>
              <a:gd name="connsiteY167" fmla="*/ 337514 h 6858000"/>
              <a:gd name="connsiteX168" fmla="*/ 701161 w 6756400"/>
              <a:gd name="connsiteY168" fmla="*/ 371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6756400" h="6858000">
                <a:moveTo>
                  <a:pt x="558577" y="2472501"/>
                </a:moveTo>
                <a:cubicBezTo>
                  <a:pt x="1118234" y="2898413"/>
                  <a:pt x="1118234" y="2898413"/>
                  <a:pt x="1118234" y="2898413"/>
                </a:cubicBezTo>
                <a:cubicBezTo>
                  <a:pt x="754773" y="3179642"/>
                  <a:pt x="754773" y="3179642"/>
                  <a:pt x="754773" y="3179642"/>
                </a:cubicBezTo>
                <a:cubicBezTo>
                  <a:pt x="765623" y="3197727"/>
                  <a:pt x="765623" y="3197727"/>
                  <a:pt x="765623" y="3197727"/>
                </a:cubicBezTo>
                <a:cubicBezTo>
                  <a:pt x="1132700" y="2912881"/>
                  <a:pt x="1132700" y="2912881"/>
                  <a:pt x="1132700" y="2912881"/>
                </a:cubicBezTo>
                <a:cubicBezTo>
                  <a:pt x="1132700" y="3443689"/>
                  <a:pt x="1132700" y="3443689"/>
                  <a:pt x="1132700" y="3443689"/>
                </a:cubicBezTo>
                <a:cubicBezTo>
                  <a:pt x="978998" y="3562149"/>
                  <a:pt x="978998" y="3562149"/>
                  <a:pt x="978998" y="3562149"/>
                </a:cubicBezTo>
                <a:cubicBezTo>
                  <a:pt x="990752" y="3582043"/>
                  <a:pt x="990752" y="3582043"/>
                  <a:pt x="990752" y="3582043"/>
                </a:cubicBezTo>
                <a:cubicBezTo>
                  <a:pt x="1138125" y="3467200"/>
                  <a:pt x="1138125" y="3467200"/>
                  <a:pt x="1138125" y="3467200"/>
                </a:cubicBezTo>
                <a:cubicBezTo>
                  <a:pt x="1697783" y="3892208"/>
                  <a:pt x="1697783" y="3892208"/>
                  <a:pt x="1697783" y="3892208"/>
                </a:cubicBezTo>
                <a:cubicBezTo>
                  <a:pt x="1337034" y="4172532"/>
                  <a:pt x="1337034" y="4172532"/>
                  <a:pt x="1337034" y="4172532"/>
                </a:cubicBezTo>
                <a:cubicBezTo>
                  <a:pt x="1346980" y="4190618"/>
                  <a:pt x="1346980" y="4190618"/>
                  <a:pt x="1346980" y="4190618"/>
                </a:cubicBezTo>
                <a:cubicBezTo>
                  <a:pt x="1704112" y="3913006"/>
                  <a:pt x="1704112" y="3913006"/>
                  <a:pt x="1704112" y="3913006"/>
                </a:cubicBezTo>
                <a:cubicBezTo>
                  <a:pt x="1704112" y="4443814"/>
                  <a:pt x="1704112" y="4443814"/>
                  <a:pt x="1704112" y="4443814"/>
                </a:cubicBezTo>
                <a:cubicBezTo>
                  <a:pt x="1560355" y="4555944"/>
                  <a:pt x="1560355" y="4555944"/>
                  <a:pt x="1560355" y="4555944"/>
                </a:cubicBezTo>
                <a:cubicBezTo>
                  <a:pt x="1149879" y="4874248"/>
                  <a:pt x="1149879" y="4874248"/>
                  <a:pt x="1149879" y="4874248"/>
                </a:cubicBezTo>
                <a:cubicBezTo>
                  <a:pt x="1149879" y="4343440"/>
                  <a:pt x="1149879" y="4343440"/>
                  <a:pt x="1149879" y="4343440"/>
                </a:cubicBezTo>
                <a:cubicBezTo>
                  <a:pt x="1346076" y="4190618"/>
                  <a:pt x="1346076" y="4190618"/>
                  <a:pt x="1346076" y="4190618"/>
                </a:cubicBezTo>
                <a:cubicBezTo>
                  <a:pt x="1336130" y="4173437"/>
                  <a:pt x="1336130" y="4173437"/>
                  <a:pt x="1336130" y="4173437"/>
                </a:cubicBezTo>
                <a:cubicBezTo>
                  <a:pt x="1139934" y="4325354"/>
                  <a:pt x="1139934" y="4325354"/>
                  <a:pt x="1139934" y="4325354"/>
                </a:cubicBezTo>
                <a:cubicBezTo>
                  <a:pt x="580276" y="3900346"/>
                  <a:pt x="580276" y="3900346"/>
                  <a:pt x="580276" y="3900346"/>
                </a:cubicBezTo>
                <a:cubicBezTo>
                  <a:pt x="989848" y="3582043"/>
                  <a:pt x="989848" y="3582043"/>
                  <a:pt x="989848" y="3582043"/>
                </a:cubicBezTo>
                <a:cubicBezTo>
                  <a:pt x="978094" y="3563053"/>
                  <a:pt x="978094" y="3563053"/>
                  <a:pt x="978094" y="3563053"/>
                </a:cubicBezTo>
                <a:cubicBezTo>
                  <a:pt x="577563" y="3874123"/>
                  <a:pt x="577563" y="3874123"/>
                  <a:pt x="577563" y="3874123"/>
                </a:cubicBezTo>
                <a:cubicBezTo>
                  <a:pt x="577563" y="3342411"/>
                  <a:pt x="577563" y="3342411"/>
                  <a:pt x="577563" y="3342411"/>
                </a:cubicBezTo>
                <a:cubicBezTo>
                  <a:pt x="764719" y="3197727"/>
                  <a:pt x="764719" y="3197727"/>
                  <a:pt x="764719" y="3197727"/>
                </a:cubicBezTo>
                <a:cubicBezTo>
                  <a:pt x="754773" y="3180546"/>
                  <a:pt x="754773" y="3180546"/>
                  <a:pt x="754773" y="3180546"/>
                </a:cubicBezTo>
                <a:cubicBezTo>
                  <a:pt x="567618" y="3325229"/>
                  <a:pt x="567618" y="3325229"/>
                  <a:pt x="567618" y="3325229"/>
                </a:cubicBezTo>
                <a:cubicBezTo>
                  <a:pt x="7960" y="2899317"/>
                  <a:pt x="7960" y="2899317"/>
                  <a:pt x="7960" y="2899317"/>
                </a:cubicBezTo>
                <a:cubicBezTo>
                  <a:pt x="558577" y="2472501"/>
                  <a:pt x="558577" y="2472501"/>
                  <a:pt x="558577" y="2472501"/>
                </a:cubicBezTo>
                <a:close/>
                <a:moveTo>
                  <a:pt x="1724907" y="0"/>
                </a:moveTo>
                <a:lnTo>
                  <a:pt x="6756400" y="0"/>
                </a:lnTo>
                <a:lnTo>
                  <a:pt x="6756400" y="6858000"/>
                </a:lnTo>
                <a:lnTo>
                  <a:pt x="0" y="6858000"/>
                </a:lnTo>
                <a:lnTo>
                  <a:pt x="0" y="6856412"/>
                </a:lnTo>
                <a:lnTo>
                  <a:pt x="162738" y="6856412"/>
                </a:lnTo>
                <a:cubicBezTo>
                  <a:pt x="1149879" y="6856412"/>
                  <a:pt x="1149879" y="6856412"/>
                  <a:pt x="1149879" y="6856412"/>
                </a:cubicBezTo>
                <a:cubicBezTo>
                  <a:pt x="1149879" y="6332839"/>
                  <a:pt x="1149879" y="6332839"/>
                  <a:pt x="1149879" y="6332839"/>
                </a:cubicBezTo>
                <a:cubicBezTo>
                  <a:pt x="1704112" y="5902405"/>
                  <a:pt x="1704112" y="5902405"/>
                  <a:pt x="1704112" y="5902405"/>
                </a:cubicBezTo>
                <a:cubicBezTo>
                  <a:pt x="1704112" y="6433213"/>
                  <a:pt x="1704112" y="6433213"/>
                  <a:pt x="1704112" y="6433213"/>
                </a:cubicBezTo>
                <a:cubicBezTo>
                  <a:pt x="1159824" y="6855508"/>
                  <a:pt x="1159824" y="6855508"/>
                  <a:pt x="1159824" y="6855508"/>
                </a:cubicBezTo>
                <a:cubicBezTo>
                  <a:pt x="1193277" y="6855508"/>
                  <a:pt x="1193277" y="6855508"/>
                  <a:pt x="1193277" y="6855508"/>
                </a:cubicBezTo>
                <a:cubicBezTo>
                  <a:pt x="1724907" y="6443160"/>
                  <a:pt x="1724907" y="6443160"/>
                  <a:pt x="1724907" y="6443160"/>
                </a:cubicBezTo>
                <a:cubicBezTo>
                  <a:pt x="1724907" y="5877086"/>
                  <a:pt x="1724907" y="5877086"/>
                  <a:pt x="1724907" y="5877086"/>
                </a:cubicBezTo>
                <a:cubicBezTo>
                  <a:pt x="1386762" y="5620272"/>
                  <a:pt x="1386762" y="5620272"/>
                  <a:pt x="1386762" y="5620272"/>
                </a:cubicBezTo>
                <a:cubicBezTo>
                  <a:pt x="1372296" y="5617559"/>
                  <a:pt x="1357829" y="5614847"/>
                  <a:pt x="1343363" y="5612134"/>
                </a:cubicBezTo>
                <a:cubicBezTo>
                  <a:pt x="1697783" y="5881607"/>
                  <a:pt x="1697783" y="5881607"/>
                  <a:pt x="1697783" y="5881607"/>
                </a:cubicBezTo>
                <a:cubicBezTo>
                  <a:pt x="1139934" y="6314753"/>
                  <a:pt x="1139934" y="6314753"/>
                  <a:pt x="1139934" y="6314753"/>
                </a:cubicBezTo>
                <a:cubicBezTo>
                  <a:pt x="581180" y="5889745"/>
                  <a:pt x="581180" y="5889745"/>
                  <a:pt x="581180" y="5889745"/>
                </a:cubicBezTo>
                <a:cubicBezTo>
                  <a:pt x="1014259" y="5553356"/>
                  <a:pt x="1014259" y="5553356"/>
                  <a:pt x="1014259" y="5553356"/>
                </a:cubicBezTo>
                <a:cubicBezTo>
                  <a:pt x="1005218" y="5551548"/>
                  <a:pt x="995272" y="5549739"/>
                  <a:pt x="987135" y="5548835"/>
                </a:cubicBezTo>
                <a:cubicBezTo>
                  <a:pt x="577563" y="5866234"/>
                  <a:pt x="577563" y="5866234"/>
                  <a:pt x="577563" y="5866234"/>
                </a:cubicBezTo>
                <a:cubicBezTo>
                  <a:pt x="577563" y="5335426"/>
                  <a:pt x="577563" y="5335426"/>
                  <a:pt x="577563" y="5335426"/>
                </a:cubicBezTo>
                <a:cubicBezTo>
                  <a:pt x="1132700" y="4905897"/>
                  <a:pt x="1132700" y="4905897"/>
                  <a:pt x="1132700" y="4905897"/>
                </a:cubicBezTo>
                <a:cubicBezTo>
                  <a:pt x="1132700" y="5435801"/>
                  <a:pt x="1132700" y="5435801"/>
                  <a:pt x="1132700" y="5435801"/>
                </a:cubicBezTo>
                <a:cubicBezTo>
                  <a:pt x="988039" y="5547930"/>
                  <a:pt x="988039" y="5547930"/>
                  <a:pt x="988039" y="5547930"/>
                </a:cubicBezTo>
                <a:cubicBezTo>
                  <a:pt x="997081" y="5549739"/>
                  <a:pt x="1006122" y="5550643"/>
                  <a:pt x="1015163" y="5552452"/>
                </a:cubicBezTo>
                <a:cubicBezTo>
                  <a:pt x="1139029" y="5456599"/>
                  <a:pt x="1139029" y="5456599"/>
                  <a:pt x="1139029" y="5456599"/>
                </a:cubicBezTo>
                <a:cubicBezTo>
                  <a:pt x="1342459" y="5611229"/>
                  <a:pt x="1342459" y="5611229"/>
                  <a:pt x="1342459" y="5611229"/>
                </a:cubicBezTo>
                <a:cubicBezTo>
                  <a:pt x="1356925" y="5613942"/>
                  <a:pt x="1371391" y="5616655"/>
                  <a:pt x="1384953" y="5619368"/>
                </a:cubicBezTo>
                <a:cubicBezTo>
                  <a:pt x="1152591" y="5442131"/>
                  <a:pt x="1152591" y="5442131"/>
                  <a:pt x="1152591" y="5442131"/>
                </a:cubicBezTo>
                <a:cubicBezTo>
                  <a:pt x="1152591" y="4897759"/>
                  <a:pt x="1152591" y="4897759"/>
                  <a:pt x="1152591" y="4897759"/>
                </a:cubicBezTo>
                <a:cubicBezTo>
                  <a:pt x="1570300" y="4573125"/>
                  <a:pt x="1570300" y="4573125"/>
                  <a:pt x="1570300" y="4573125"/>
                </a:cubicBezTo>
                <a:cubicBezTo>
                  <a:pt x="1560355" y="4555944"/>
                  <a:pt x="1560355" y="4555944"/>
                  <a:pt x="1560355" y="4555944"/>
                </a:cubicBezTo>
                <a:cubicBezTo>
                  <a:pt x="1571205" y="4573125"/>
                  <a:pt x="1571205" y="4573125"/>
                  <a:pt x="1571205" y="4573125"/>
                </a:cubicBezTo>
                <a:cubicBezTo>
                  <a:pt x="1709537" y="4465517"/>
                  <a:pt x="1709537" y="4465517"/>
                  <a:pt x="1709537" y="4465517"/>
                </a:cubicBezTo>
                <a:cubicBezTo>
                  <a:pt x="2290894" y="4907706"/>
                  <a:pt x="2290894" y="4907706"/>
                  <a:pt x="2290894" y="4907706"/>
                </a:cubicBezTo>
                <a:cubicBezTo>
                  <a:pt x="2874963" y="4453761"/>
                  <a:pt x="2874963" y="4453761"/>
                  <a:pt x="2874963" y="4453761"/>
                </a:cubicBezTo>
                <a:cubicBezTo>
                  <a:pt x="2874963" y="4272907"/>
                  <a:pt x="2874963" y="4272907"/>
                  <a:pt x="2874963" y="4272907"/>
                </a:cubicBezTo>
                <a:cubicBezTo>
                  <a:pt x="2855072" y="4281949"/>
                  <a:pt x="2855072" y="4281949"/>
                  <a:pt x="2855072" y="4281949"/>
                </a:cubicBezTo>
                <a:cubicBezTo>
                  <a:pt x="2855072" y="4443814"/>
                  <a:pt x="2855072" y="4443814"/>
                  <a:pt x="2855072" y="4443814"/>
                </a:cubicBezTo>
                <a:cubicBezTo>
                  <a:pt x="2300839" y="4874248"/>
                  <a:pt x="2300839" y="4874248"/>
                  <a:pt x="2300839" y="4874248"/>
                </a:cubicBezTo>
                <a:cubicBezTo>
                  <a:pt x="2300839" y="4343440"/>
                  <a:pt x="2300839" y="4343440"/>
                  <a:pt x="2300839" y="4343440"/>
                </a:cubicBezTo>
                <a:cubicBezTo>
                  <a:pt x="2855072" y="3913006"/>
                  <a:pt x="2855072" y="3913006"/>
                  <a:pt x="2855072" y="3913006"/>
                </a:cubicBezTo>
                <a:cubicBezTo>
                  <a:pt x="2855072" y="4281045"/>
                  <a:pt x="2855072" y="4281045"/>
                  <a:pt x="2855072" y="4281045"/>
                </a:cubicBezTo>
                <a:cubicBezTo>
                  <a:pt x="2874963" y="4272002"/>
                  <a:pt x="2874963" y="4272002"/>
                  <a:pt x="2874963" y="4272002"/>
                </a:cubicBezTo>
                <a:cubicBezTo>
                  <a:pt x="2874963" y="3887687"/>
                  <a:pt x="2874963" y="3887687"/>
                  <a:pt x="2874963" y="3887687"/>
                </a:cubicBezTo>
                <a:cubicBezTo>
                  <a:pt x="2675150" y="3735769"/>
                  <a:pt x="2675150" y="3735769"/>
                  <a:pt x="2675150" y="3735769"/>
                </a:cubicBezTo>
                <a:cubicBezTo>
                  <a:pt x="2654355" y="3744812"/>
                  <a:pt x="2654355" y="3744812"/>
                  <a:pt x="2654355" y="3744812"/>
                </a:cubicBezTo>
                <a:cubicBezTo>
                  <a:pt x="2848743" y="3892208"/>
                  <a:pt x="2848743" y="3892208"/>
                  <a:pt x="2848743" y="3892208"/>
                </a:cubicBezTo>
                <a:cubicBezTo>
                  <a:pt x="2290894" y="4325354"/>
                  <a:pt x="2290894" y="4325354"/>
                  <a:pt x="2290894" y="4325354"/>
                </a:cubicBezTo>
                <a:cubicBezTo>
                  <a:pt x="1731236" y="3900346"/>
                  <a:pt x="1731236" y="3900346"/>
                  <a:pt x="1731236" y="3900346"/>
                </a:cubicBezTo>
                <a:cubicBezTo>
                  <a:pt x="2289086" y="3467200"/>
                  <a:pt x="2289086" y="3467200"/>
                  <a:pt x="2289086" y="3467200"/>
                </a:cubicBezTo>
                <a:cubicBezTo>
                  <a:pt x="2653451" y="3743907"/>
                  <a:pt x="2653451" y="3743907"/>
                  <a:pt x="2653451" y="3743907"/>
                </a:cubicBezTo>
                <a:cubicBezTo>
                  <a:pt x="2674246" y="3734865"/>
                  <a:pt x="2674246" y="3734865"/>
                  <a:pt x="2674246" y="3734865"/>
                </a:cubicBezTo>
                <a:cubicBezTo>
                  <a:pt x="2303552" y="3452732"/>
                  <a:pt x="2303552" y="3452732"/>
                  <a:pt x="2303552" y="3452732"/>
                </a:cubicBezTo>
                <a:cubicBezTo>
                  <a:pt x="2303552" y="3177833"/>
                  <a:pt x="2303552" y="3177833"/>
                  <a:pt x="2303552" y="3177833"/>
                </a:cubicBezTo>
                <a:cubicBezTo>
                  <a:pt x="2282757" y="3180546"/>
                  <a:pt x="2282757" y="3180546"/>
                  <a:pt x="2282757" y="3180546"/>
                </a:cubicBezTo>
                <a:cubicBezTo>
                  <a:pt x="2282757" y="3443689"/>
                  <a:pt x="2282757" y="3443689"/>
                  <a:pt x="2282757" y="3443689"/>
                </a:cubicBezTo>
                <a:cubicBezTo>
                  <a:pt x="1728524" y="3874123"/>
                  <a:pt x="1728524" y="3874123"/>
                  <a:pt x="1728524" y="3874123"/>
                </a:cubicBezTo>
                <a:cubicBezTo>
                  <a:pt x="1728524" y="3342411"/>
                  <a:pt x="1728524" y="3342411"/>
                  <a:pt x="1728524" y="3342411"/>
                </a:cubicBezTo>
                <a:cubicBezTo>
                  <a:pt x="1989818" y="3140758"/>
                  <a:pt x="1989818" y="3140758"/>
                  <a:pt x="1989818" y="3140758"/>
                </a:cubicBezTo>
                <a:cubicBezTo>
                  <a:pt x="1978064" y="3124481"/>
                  <a:pt x="1978064" y="3124481"/>
                  <a:pt x="1978064" y="3124481"/>
                </a:cubicBezTo>
                <a:cubicBezTo>
                  <a:pt x="1718578" y="3325229"/>
                  <a:pt x="1718578" y="3325229"/>
                  <a:pt x="1718578" y="3325229"/>
                </a:cubicBezTo>
                <a:cubicBezTo>
                  <a:pt x="1158920" y="2899317"/>
                  <a:pt x="1158920" y="2899317"/>
                  <a:pt x="1158920" y="2899317"/>
                </a:cubicBezTo>
                <a:cubicBezTo>
                  <a:pt x="1579342" y="2573779"/>
                  <a:pt x="1579342" y="2573779"/>
                  <a:pt x="1579342" y="2573779"/>
                </a:cubicBezTo>
                <a:cubicBezTo>
                  <a:pt x="1567588" y="2557502"/>
                  <a:pt x="1567588" y="2557502"/>
                  <a:pt x="1567588" y="2557502"/>
                </a:cubicBezTo>
                <a:cubicBezTo>
                  <a:pt x="1149879" y="2881232"/>
                  <a:pt x="1149879" y="2881232"/>
                  <a:pt x="1149879" y="2881232"/>
                </a:cubicBezTo>
                <a:cubicBezTo>
                  <a:pt x="1149879" y="2350424"/>
                  <a:pt x="1149879" y="2350424"/>
                  <a:pt x="1149879" y="2350424"/>
                </a:cubicBezTo>
                <a:cubicBezTo>
                  <a:pt x="1321664" y="2216592"/>
                  <a:pt x="1321664" y="2216592"/>
                  <a:pt x="1321664" y="2216592"/>
                </a:cubicBezTo>
                <a:cubicBezTo>
                  <a:pt x="1309910" y="2201219"/>
                  <a:pt x="1309910" y="2201219"/>
                  <a:pt x="1309910" y="2201219"/>
                </a:cubicBezTo>
                <a:cubicBezTo>
                  <a:pt x="1139934" y="2332339"/>
                  <a:pt x="1139934" y="2332339"/>
                  <a:pt x="1139934" y="2332339"/>
                </a:cubicBezTo>
                <a:cubicBezTo>
                  <a:pt x="580276" y="1907331"/>
                  <a:pt x="580276" y="1907331"/>
                  <a:pt x="580276" y="1907331"/>
                </a:cubicBezTo>
                <a:cubicBezTo>
                  <a:pt x="1138125" y="1474184"/>
                  <a:pt x="1138125" y="1474184"/>
                  <a:pt x="1138125" y="1474184"/>
                </a:cubicBezTo>
                <a:cubicBezTo>
                  <a:pt x="1697783" y="1899192"/>
                  <a:pt x="1697783" y="1899192"/>
                  <a:pt x="1697783" y="1899192"/>
                </a:cubicBezTo>
                <a:cubicBezTo>
                  <a:pt x="1310815" y="2200315"/>
                  <a:pt x="1310815" y="2200315"/>
                  <a:pt x="1310815" y="2200315"/>
                </a:cubicBezTo>
                <a:cubicBezTo>
                  <a:pt x="1322568" y="2216592"/>
                  <a:pt x="1322568" y="2216592"/>
                  <a:pt x="1322568" y="2216592"/>
                </a:cubicBezTo>
                <a:cubicBezTo>
                  <a:pt x="1704112" y="1919991"/>
                  <a:pt x="1704112" y="1919991"/>
                  <a:pt x="1704112" y="1919991"/>
                </a:cubicBezTo>
                <a:cubicBezTo>
                  <a:pt x="1704112" y="2450798"/>
                  <a:pt x="1704112" y="2450798"/>
                  <a:pt x="1704112" y="2450798"/>
                </a:cubicBezTo>
                <a:cubicBezTo>
                  <a:pt x="1568492" y="2556598"/>
                  <a:pt x="1568492" y="2556598"/>
                  <a:pt x="1568492" y="2556598"/>
                </a:cubicBezTo>
                <a:cubicBezTo>
                  <a:pt x="1580246" y="2572875"/>
                  <a:pt x="1580246" y="2572875"/>
                  <a:pt x="1580246" y="2572875"/>
                </a:cubicBezTo>
                <a:cubicBezTo>
                  <a:pt x="1709537" y="2472501"/>
                  <a:pt x="1709537" y="2472501"/>
                  <a:pt x="1709537" y="2472501"/>
                </a:cubicBezTo>
                <a:cubicBezTo>
                  <a:pt x="2269195" y="2898413"/>
                  <a:pt x="2269195" y="2898413"/>
                  <a:pt x="2269195" y="2898413"/>
                </a:cubicBezTo>
                <a:cubicBezTo>
                  <a:pt x="1978968" y="3123577"/>
                  <a:pt x="1978968" y="3123577"/>
                  <a:pt x="1978968" y="3123577"/>
                </a:cubicBezTo>
                <a:cubicBezTo>
                  <a:pt x="1990722" y="3139854"/>
                  <a:pt x="1990722" y="3139854"/>
                  <a:pt x="1990722" y="3139854"/>
                </a:cubicBezTo>
                <a:cubicBezTo>
                  <a:pt x="2282757" y="2912881"/>
                  <a:pt x="2282757" y="2912881"/>
                  <a:pt x="2282757" y="2912881"/>
                </a:cubicBezTo>
                <a:cubicBezTo>
                  <a:pt x="2282757" y="3179642"/>
                  <a:pt x="2282757" y="3179642"/>
                  <a:pt x="2282757" y="3179642"/>
                </a:cubicBezTo>
                <a:cubicBezTo>
                  <a:pt x="2303552" y="3176929"/>
                  <a:pt x="2303552" y="3176929"/>
                  <a:pt x="2303552" y="3176929"/>
                </a:cubicBezTo>
                <a:cubicBezTo>
                  <a:pt x="2303552" y="2904743"/>
                  <a:pt x="2303552" y="2904743"/>
                  <a:pt x="2303552" y="2904743"/>
                </a:cubicBezTo>
                <a:cubicBezTo>
                  <a:pt x="2327963" y="2885753"/>
                  <a:pt x="2327963" y="2885753"/>
                  <a:pt x="2327963" y="2885753"/>
                </a:cubicBezTo>
                <a:cubicBezTo>
                  <a:pt x="2327963" y="2860433"/>
                  <a:pt x="2327963" y="2860433"/>
                  <a:pt x="2327963" y="2860433"/>
                </a:cubicBezTo>
                <a:cubicBezTo>
                  <a:pt x="2300839" y="2881232"/>
                  <a:pt x="2300839" y="2881232"/>
                  <a:pt x="2300839" y="2881232"/>
                </a:cubicBezTo>
                <a:cubicBezTo>
                  <a:pt x="2300839" y="2350424"/>
                  <a:pt x="2300839" y="2350424"/>
                  <a:pt x="2300839" y="2350424"/>
                </a:cubicBezTo>
                <a:cubicBezTo>
                  <a:pt x="2327963" y="2328721"/>
                  <a:pt x="2327963" y="2328721"/>
                  <a:pt x="2327963" y="2328721"/>
                </a:cubicBezTo>
                <a:cubicBezTo>
                  <a:pt x="2327963" y="2303402"/>
                  <a:pt x="2327963" y="2303402"/>
                  <a:pt x="2327963" y="2303402"/>
                </a:cubicBezTo>
                <a:cubicBezTo>
                  <a:pt x="2290894" y="2332339"/>
                  <a:pt x="2290894" y="2332339"/>
                  <a:pt x="2290894" y="2332339"/>
                </a:cubicBezTo>
                <a:cubicBezTo>
                  <a:pt x="1731236" y="1907331"/>
                  <a:pt x="1731236" y="1907331"/>
                  <a:pt x="1731236" y="1907331"/>
                </a:cubicBezTo>
                <a:cubicBezTo>
                  <a:pt x="2289086" y="1474184"/>
                  <a:pt x="2289086" y="1474184"/>
                  <a:pt x="2289086" y="1474184"/>
                </a:cubicBezTo>
                <a:cubicBezTo>
                  <a:pt x="2848743" y="1899192"/>
                  <a:pt x="2848743" y="1899192"/>
                  <a:pt x="2848743" y="1899192"/>
                </a:cubicBezTo>
                <a:cubicBezTo>
                  <a:pt x="2328867" y="2302498"/>
                  <a:pt x="2328867" y="2302498"/>
                  <a:pt x="2328867" y="2302498"/>
                </a:cubicBezTo>
                <a:cubicBezTo>
                  <a:pt x="2328867" y="2327817"/>
                  <a:pt x="2328867" y="2327817"/>
                  <a:pt x="2328867" y="2327817"/>
                </a:cubicBezTo>
                <a:cubicBezTo>
                  <a:pt x="2855072" y="1919991"/>
                  <a:pt x="2855072" y="1919991"/>
                  <a:pt x="2855072" y="1919991"/>
                </a:cubicBezTo>
                <a:cubicBezTo>
                  <a:pt x="2855072" y="2450798"/>
                  <a:pt x="2855072" y="2450798"/>
                  <a:pt x="2855072" y="2450798"/>
                </a:cubicBezTo>
                <a:lnTo>
                  <a:pt x="2328867" y="2859529"/>
                </a:lnTo>
                <a:cubicBezTo>
                  <a:pt x="2328867" y="2884849"/>
                  <a:pt x="2328867" y="2884849"/>
                  <a:pt x="2328867" y="2884849"/>
                </a:cubicBezTo>
                <a:cubicBezTo>
                  <a:pt x="2874963" y="2460745"/>
                  <a:pt x="2874963" y="2460745"/>
                  <a:pt x="2874963" y="2460745"/>
                </a:cubicBezTo>
                <a:cubicBezTo>
                  <a:pt x="2874963" y="1894671"/>
                  <a:pt x="2874963" y="1894671"/>
                  <a:pt x="2874963" y="1894671"/>
                </a:cubicBezTo>
                <a:cubicBezTo>
                  <a:pt x="2303552" y="1459716"/>
                  <a:pt x="2303552" y="1459716"/>
                  <a:pt x="2303552" y="1459716"/>
                </a:cubicBezTo>
                <a:cubicBezTo>
                  <a:pt x="2303552" y="926195"/>
                  <a:pt x="2303552" y="926195"/>
                  <a:pt x="2303552" y="926195"/>
                </a:cubicBezTo>
                <a:cubicBezTo>
                  <a:pt x="2282757" y="941568"/>
                  <a:pt x="2282757" y="941568"/>
                  <a:pt x="2282757" y="941568"/>
                </a:cubicBezTo>
                <a:cubicBezTo>
                  <a:pt x="2282757" y="1451578"/>
                  <a:pt x="2282757" y="1451578"/>
                  <a:pt x="2282757" y="1451578"/>
                </a:cubicBezTo>
                <a:cubicBezTo>
                  <a:pt x="1728524" y="1882011"/>
                  <a:pt x="1728524" y="1882011"/>
                  <a:pt x="1728524" y="1882011"/>
                </a:cubicBezTo>
                <a:cubicBezTo>
                  <a:pt x="1728524" y="1351203"/>
                  <a:pt x="1728524" y="1351203"/>
                  <a:pt x="1728524" y="1351203"/>
                </a:cubicBezTo>
                <a:cubicBezTo>
                  <a:pt x="2282757" y="920770"/>
                  <a:pt x="2282757" y="920770"/>
                  <a:pt x="2282757" y="920770"/>
                </a:cubicBezTo>
                <a:cubicBezTo>
                  <a:pt x="2282757" y="940664"/>
                  <a:pt x="2282757" y="940664"/>
                  <a:pt x="2282757" y="940664"/>
                </a:cubicBezTo>
                <a:cubicBezTo>
                  <a:pt x="2303552" y="924387"/>
                  <a:pt x="2303552" y="924387"/>
                  <a:pt x="2303552" y="924387"/>
                </a:cubicBezTo>
                <a:cubicBezTo>
                  <a:pt x="2303552" y="895450"/>
                  <a:pt x="2303552" y="895450"/>
                  <a:pt x="2303552" y="895450"/>
                </a:cubicBezTo>
                <a:cubicBezTo>
                  <a:pt x="1749319" y="474059"/>
                  <a:pt x="1749319" y="474059"/>
                  <a:pt x="1749319" y="474059"/>
                </a:cubicBezTo>
                <a:cubicBezTo>
                  <a:pt x="1733044" y="486719"/>
                  <a:pt x="1733044" y="486719"/>
                  <a:pt x="1733044" y="486719"/>
                </a:cubicBezTo>
                <a:cubicBezTo>
                  <a:pt x="2276428" y="899971"/>
                  <a:pt x="2276428" y="899971"/>
                  <a:pt x="2276428" y="899971"/>
                </a:cubicBezTo>
                <a:cubicBezTo>
                  <a:pt x="1718578" y="1333118"/>
                  <a:pt x="1718578" y="1333118"/>
                  <a:pt x="1718578" y="1333118"/>
                </a:cubicBezTo>
                <a:cubicBezTo>
                  <a:pt x="1158920" y="908110"/>
                  <a:pt x="1158920" y="908110"/>
                  <a:pt x="1158920" y="908110"/>
                </a:cubicBezTo>
                <a:cubicBezTo>
                  <a:pt x="1716770" y="474964"/>
                  <a:pt x="1716770" y="474964"/>
                  <a:pt x="1716770" y="474964"/>
                </a:cubicBezTo>
                <a:cubicBezTo>
                  <a:pt x="1732140" y="486719"/>
                  <a:pt x="1732140" y="486719"/>
                  <a:pt x="1732140" y="486719"/>
                </a:cubicBezTo>
                <a:cubicBezTo>
                  <a:pt x="1748415" y="474059"/>
                  <a:pt x="1748415" y="474059"/>
                  <a:pt x="1748415" y="474059"/>
                </a:cubicBezTo>
                <a:cubicBezTo>
                  <a:pt x="1724907" y="455070"/>
                  <a:pt x="1724907" y="455070"/>
                  <a:pt x="1724907" y="455070"/>
                </a:cubicBezTo>
                <a:cubicBezTo>
                  <a:pt x="1724907" y="56286"/>
                  <a:pt x="1724907" y="6438"/>
                  <a:pt x="1724907" y="206"/>
                </a:cubicBezTo>
                <a:close/>
                <a:moveTo>
                  <a:pt x="1606490" y="0"/>
                </a:moveTo>
                <a:lnTo>
                  <a:pt x="1704112" y="0"/>
                </a:lnTo>
                <a:lnTo>
                  <a:pt x="1704112" y="79700"/>
                </a:lnTo>
                <a:cubicBezTo>
                  <a:pt x="1704112" y="455974"/>
                  <a:pt x="1704112" y="455974"/>
                  <a:pt x="1704112" y="455974"/>
                </a:cubicBezTo>
                <a:cubicBezTo>
                  <a:pt x="1149879" y="885503"/>
                  <a:pt x="1149879" y="885503"/>
                  <a:pt x="1149879" y="885503"/>
                </a:cubicBezTo>
                <a:cubicBezTo>
                  <a:pt x="1149879" y="354695"/>
                  <a:pt x="1149879" y="354695"/>
                  <a:pt x="1149879" y="354695"/>
                </a:cubicBezTo>
                <a:cubicBezTo>
                  <a:pt x="1550183" y="43739"/>
                  <a:pt x="1600221" y="4869"/>
                  <a:pt x="1606476" y="11"/>
                </a:cubicBezTo>
                <a:close/>
                <a:moveTo>
                  <a:pt x="696284" y="0"/>
                </a:moveTo>
                <a:lnTo>
                  <a:pt x="1573942" y="0"/>
                </a:lnTo>
                <a:lnTo>
                  <a:pt x="1498270" y="58848"/>
                </a:lnTo>
                <a:cubicBezTo>
                  <a:pt x="1139934" y="337514"/>
                  <a:pt x="1139934" y="337514"/>
                  <a:pt x="1139934" y="337514"/>
                </a:cubicBezTo>
                <a:cubicBezTo>
                  <a:pt x="805631" y="83188"/>
                  <a:pt x="722055" y="19606"/>
                  <a:pt x="701161" y="3711"/>
                </a:cubicBez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tIns="684000" rIns="756000">
            <a:noAutofit/>
          </a:bodyPr>
          <a:lstStyle>
            <a:lvl1pPr algn="r">
              <a:defRPr sz="1000" b="0" i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endParaRPr lang="fr-FR" dirty="0"/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8" y="728663"/>
            <a:ext cx="3132599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07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_Logo+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71450" y="856387"/>
            <a:ext cx="1525912" cy="380480"/>
          </a:xfrm>
          <a:prstGeom prst="rect">
            <a:avLst/>
          </a:prstGeom>
          <a:solidFill>
            <a:schemeClr val="tx2"/>
          </a:solidFill>
          <a:effectLst/>
        </p:spPr>
        <p:txBody>
          <a:bodyPr wrap="none" lIns="72000" tIns="36000" rIns="72000" bIns="36000">
            <a:spAutoFit/>
          </a:bodyPr>
          <a:lstStyle>
            <a:lvl1pPr marL="182563" indent="-182563">
              <a:buFont typeface="Avenir LT Std 65 Medium" panose="020B0603020203020204" pitchFamily="34" charset="0"/>
              <a:buChar char="›"/>
              <a:defRPr kumimoji="0" lang="fr-FR" sz="2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71450" y="188639"/>
            <a:ext cx="11844338" cy="6480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spcAft>
                <a:spcPts val="0"/>
              </a:spcAft>
              <a:buNone/>
              <a:defRPr kumimoji="0" lang="fr-FR" sz="3200" b="1" i="0" u="none" strike="noStrike" kern="1200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</a:pPr>
            <a:r>
              <a:rPr lang="fr-FR" dirty="0" smtClean="0"/>
              <a:t>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80178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37545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_dispo dro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11"/>
          <p:cNvSpPr>
            <a:spLocks noGrp="1"/>
          </p:cNvSpPr>
          <p:nvPr>
            <p:ph type="body" sz="quarter" idx="25" hasCustomPrompt="1"/>
          </p:nvPr>
        </p:nvSpPr>
        <p:spPr>
          <a:xfrm>
            <a:off x="1377500" y="1449000"/>
            <a:ext cx="3780000" cy="177919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kumimoji="0" lang="fr-FR" sz="9600" b="1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XX%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7367328" y="3858972"/>
            <a:ext cx="4824672" cy="584775"/>
          </a:xfrm>
          <a:prstGeom prst="rect">
            <a:avLst/>
          </a:prstGeom>
          <a:solidFill>
            <a:schemeClr val="tx2"/>
          </a:solidFill>
          <a:effectLst/>
        </p:spPr>
        <p:txBody>
          <a:bodyPr wrap="none" lIns="180000" rIns="180000">
            <a:spAutoFit/>
          </a:bodyPr>
          <a:lstStyle>
            <a:lvl1pPr marL="0" indent="0" algn="r">
              <a:buFont typeface="Avenir LT Std 65 Medium" panose="020B0603020203020204" pitchFamily="34" charset="0"/>
              <a:buNone/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Une seule phrase choc</a:t>
            </a:r>
            <a:endParaRPr lang="fr-FR" dirty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058150" y="-1660583"/>
            <a:ext cx="4378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Pour insérer une image en arrière plan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Onglet création &gt; mettre en forme l’arrière plan &gt; Remplissage avec image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6" name="Image 3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99280" y="-1685722"/>
            <a:ext cx="3048000" cy="2676525"/>
          </a:xfrm>
          <a:prstGeom prst="rect">
            <a:avLst/>
          </a:prstGeom>
        </p:spPr>
      </p:pic>
      <p:sp>
        <p:nvSpPr>
          <p:cNvPr id="4" name="Espace réservé du texte 3"/>
          <p:cNvSpPr>
            <a:spLocks noGrp="1"/>
          </p:cNvSpPr>
          <p:nvPr>
            <p:ph type="body" sz="quarter" idx="28" hasCustomPrompt="1"/>
          </p:nvPr>
        </p:nvSpPr>
        <p:spPr>
          <a:xfrm>
            <a:off x="5886153" y="4600246"/>
            <a:ext cx="6305848" cy="584775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180000" tIns="45720" rIns="180000" bIns="45720" rtlCol="0">
            <a:spAutoFit/>
          </a:bodyPr>
          <a:lstStyle>
            <a:lvl1pPr algn="r"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à décomposer en 4 lignes max</a:t>
            </a:r>
            <a:endParaRPr lang="fr-FR" dirty="0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29" hasCustomPrompt="1"/>
          </p:nvPr>
        </p:nvSpPr>
        <p:spPr>
          <a:xfrm>
            <a:off x="7160540" y="5341520"/>
            <a:ext cx="5031460" cy="58477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lIns="180000" rIns="180000">
            <a:spAutoFit/>
          </a:bodyPr>
          <a:lstStyle>
            <a:lvl1pPr algn="r">
              <a:defRPr kumimoji="0" lang="fr-FR" sz="3200" b="1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Roboto" pitchFamily="2" charset="0"/>
                <a:cs typeface="Arial" panose="020B0604020202020204" pitchFamily="34" charset="0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marR="0" lvl="0" algn="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Faire ressortir une ligne</a:t>
            </a:r>
            <a:endParaRPr lang="fr-FR" dirty="0"/>
          </a:p>
        </p:txBody>
      </p:sp>
      <p:sp>
        <p:nvSpPr>
          <p:cNvPr id="20" name="ZoneTexte 19"/>
          <p:cNvSpPr txBox="1"/>
          <p:nvPr userDrawn="1"/>
        </p:nvSpPr>
        <p:spPr>
          <a:xfrm>
            <a:off x="171450" y="-1649120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Alterner dispo gauche / droite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 plusieurs slides identiques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 succèdent ou selon visibilité du chiffre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ZoneTexte 20"/>
          <p:cNvSpPr txBox="1"/>
          <p:nvPr userDrawn="1"/>
        </p:nvSpPr>
        <p:spPr>
          <a:xfrm>
            <a:off x="171449" y="-2781201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Choisir le positionnement des textes (gauche ou droit)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selon le sujet de la photo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Espace réservé du texte 21"/>
          <p:cNvSpPr>
            <a:spLocks noGrp="1"/>
          </p:cNvSpPr>
          <p:nvPr>
            <p:ph type="body" sz="quarter" idx="30" hasCustomPrompt="1"/>
          </p:nvPr>
        </p:nvSpPr>
        <p:spPr>
          <a:xfrm>
            <a:off x="1377951" y="3280278"/>
            <a:ext cx="3779550" cy="3254790"/>
          </a:xfrm>
          <a:prstGeom prst="rect">
            <a:avLst/>
          </a:prstGeom>
        </p:spPr>
        <p:txBody>
          <a:bodyPr wrap="square" lIns="0" tIns="180000" rIns="0" bIns="0"/>
          <a:lstStyle>
            <a:lvl1pPr>
              <a:defRPr b="0" baseline="0">
                <a:solidFill>
                  <a:schemeClr val="bg1"/>
                </a:solidFill>
              </a:defRPr>
            </a:lvl1pPr>
            <a:lvl2pPr>
              <a:defRPr b="0">
                <a:solidFill>
                  <a:schemeClr val="bg1"/>
                </a:solidFill>
              </a:defRPr>
            </a:lvl2pPr>
            <a:lvl3pPr>
              <a:defRPr b="0">
                <a:solidFill>
                  <a:schemeClr val="bg1"/>
                </a:solidFill>
              </a:defRPr>
            </a:lvl3pPr>
            <a:lvl4pPr>
              <a:defRPr b="0"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 smtClean="0"/>
              <a:t>Légende, pensez </a:t>
            </a:r>
            <a:br>
              <a:rPr lang="fr-FR" dirty="0" smtClean="0"/>
            </a:br>
            <a:r>
              <a:rPr lang="fr-FR" dirty="0" smtClean="0"/>
              <a:t>à citer la source</a:t>
            </a:r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504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_dispo gauch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11"/>
          <p:cNvSpPr>
            <a:spLocks noGrp="1"/>
          </p:cNvSpPr>
          <p:nvPr>
            <p:ph type="body" sz="quarter" idx="25" hasCustomPrompt="1"/>
          </p:nvPr>
        </p:nvSpPr>
        <p:spPr>
          <a:xfrm>
            <a:off x="8058150" y="1449000"/>
            <a:ext cx="3780000" cy="177919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kumimoji="0" lang="fr-FR" sz="9600" b="1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XX%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0" y="3858972"/>
            <a:ext cx="4824673" cy="584775"/>
          </a:xfrm>
          <a:prstGeom prst="rect">
            <a:avLst/>
          </a:prstGeom>
          <a:solidFill>
            <a:schemeClr val="tx2"/>
          </a:solidFill>
          <a:effectLst/>
        </p:spPr>
        <p:txBody>
          <a:bodyPr wrap="none" lIns="180000" rIns="180000">
            <a:spAutoFit/>
          </a:bodyPr>
          <a:lstStyle>
            <a:lvl1pPr marL="0" indent="0" algn="l">
              <a:buFont typeface="Avenir LT Std 65 Medium" panose="020B0603020203020204" pitchFamily="34" charset="0"/>
              <a:buNone/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Une seule phrase choc</a:t>
            </a:r>
            <a:endParaRPr lang="fr-FR" dirty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058150" y="-1660583"/>
            <a:ext cx="4378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Pour insérer une image en arrière plan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Onglet création &gt; mettre en forme l’arrière plan &gt; Remplissage avec image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6" name="Image 3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99280" y="-1685722"/>
            <a:ext cx="3048000" cy="2676525"/>
          </a:xfrm>
          <a:prstGeom prst="rect">
            <a:avLst/>
          </a:prstGeom>
        </p:spPr>
      </p:pic>
      <p:sp>
        <p:nvSpPr>
          <p:cNvPr id="4" name="Espace réservé du texte 3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4600246"/>
            <a:ext cx="6305848" cy="584775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180000" tIns="45720" rIns="180000" bIns="45720" rtlCol="0">
            <a:spAutoFit/>
          </a:bodyPr>
          <a:lstStyle>
            <a:lvl1pPr algn="l"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à décomposer en 4 lignes max</a:t>
            </a:r>
            <a:endParaRPr lang="fr-FR" dirty="0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29" hasCustomPrompt="1"/>
          </p:nvPr>
        </p:nvSpPr>
        <p:spPr>
          <a:xfrm>
            <a:off x="0" y="5341520"/>
            <a:ext cx="5031460" cy="584775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lIns="180000" rIns="180000">
            <a:spAutoFit/>
          </a:bodyPr>
          <a:lstStyle>
            <a:lvl1pPr algn="l">
              <a:defRPr kumimoji="0" lang="fr-FR" sz="3200" b="1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Roboto" pitchFamily="2" charset="0"/>
                <a:cs typeface="Arial" panose="020B0604020202020204" pitchFamily="34" charset="0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marR="0" lvl="0" algn="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Faire ressortir une ligne</a:t>
            </a:r>
            <a:endParaRPr lang="fr-FR" dirty="0"/>
          </a:p>
        </p:txBody>
      </p:sp>
      <p:sp>
        <p:nvSpPr>
          <p:cNvPr id="20" name="ZoneTexte 19"/>
          <p:cNvSpPr txBox="1"/>
          <p:nvPr userDrawn="1"/>
        </p:nvSpPr>
        <p:spPr>
          <a:xfrm>
            <a:off x="171450" y="-1649120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Alterner dispo gauche / droite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 plusieurs slides identiques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 succèdent ou selon visibilité du chiffre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ZoneTexte 20"/>
          <p:cNvSpPr txBox="1"/>
          <p:nvPr userDrawn="1"/>
        </p:nvSpPr>
        <p:spPr>
          <a:xfrm>
            <a:off x="171449" y="-2781201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Choisir le positionnement des textes (gauche ou droit)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selon le sujet de la photo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Espace réservé du texte 21"/>
          <p:cNvSpPr>
            <a:spLocks noGrp="1"/>
          </p:cNvSpPr>
          <p:nvPr>
            <p:ph type="body" sz="quarter" idx="30" hasCustomPrompt="1"/>
          </p:nvPr>
        </p:nvSpPr>
        <p:spPr>
          <a:xfrm>
            <a:off x="8058601" y="3280277"/>
            <a:ext cx="3779550" cy="3282447"/>
          </a:xfrm>
          <a:prstGeom prst="rect">
            <a:avLst/>
          </a:prstGeom>
        </p:spPr>
        <p:txBody>
          <a:bodyPr wrap="square" lIns="0" tIns="180000" rIns="0" bIns="0"/>
          <a:lstStyle>
            <a:lvl1pPr>
              <a:defRPr b="0" baseline="0">
                <a:solidFill>
                  <a:schemeClr val="bg1"/>
                </a:solidFill>
              </a:defRPr>
            </a:lvl1pPr>
            <a:lvl2pPr>
              <a:defRPr b="0">
                <a:solidFill>
                  <a:schemeClr val="bg1"/>
                </a:solidFill>
              </a:defRPr>
            </a:lvl2pPr>
            <a:lvl3pPr>
              <a:defRPr b="0">
                <a:solidFill>
                  <a:schemeClr val="bg1"/>
                </a:solidFill>
              </a:defRPr>
            </a:lvl3pPr>
            <a:lvl4pPr>
              <a:defRPr b="0"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 smtClean="0"/>
              <a:t>Légende, pensez </a:t>
            </a:r>
            <a:br>
              <a:rPr lang="fr-FR" dirty="0" smtClean="0"/>
            </a:br>
            <a:r>
              <a:rPr lang="fr-FR" dirty="0" smtClean="0"/>
              <a:t>à citer la source</a:t>
            </a:r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62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_tech_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71450" y="188913"/>
            <a:ext cx="11844338" cy="648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lang="fr-FR" cap="none" dirty="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400"/>
              </a:spcAft>
              <a:buFont typeface="Arial" pitchFamily="34" charset="0"/>
            </a:pPr>
            <a:r>
              <a:rPr lang="fr-FR" dirty="0" smtClean="0"/>
              <a:t>Titre de la diapositive : constat ou problématique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71450" y="854944"/>
            <a:ext cx="4954928" cy="380480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72000" tIns="36000" rIns="72000" bIns="36000" rtlCol="0">
            <a:spAutoFit/>
          </a:bodyPr>
          <a:lstStyle>
            <a:lvl1pPr>
              <a:defRPr kumimoji="0" lang="fr-FR" sz="2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L="182563" marR="0" lvl="0" indent="-182563" fontAlgn="auto">
              <a:spcAft>
                <a:spcPts val="0"/>
              </a:spcAft>
              <a:buClrTx/>
              <a:buSzTx/>
              <a:buFontTx/>
              <a:buChar char="›"/>
              <a:tabLst/>
            </a:pPr>
            <a:r>
              <a:rPr lang="fr-FR" dirty="0" smtClean="0"/>
              <a:t>Techno qui répond à la problématique</a:t>
            </a:r>
            <a:endParaRPr lang="fr-FR" dirty="0"/>
          </a:p>
        </p:txBody>
      </p:sp>
      <p:sp>
        <p:nvSpPr>
          <p:cNvPr id="20" name="Espace réservé pour une image  2"/>
          <p:cNvSpPr>
            <a:spLocks noGrp="1"/>
          </p:cNvSpPr>
          <p:nvPr>
            <p:ph type="pic" sz="quarter" idx="28" hasCustomPrompt="1"/>
          </p:nvPr>
        </p:nvSpPr>
        <p:spPr>
          <a:xfrm>
            <a:off x="6255788" y="1608913"/>
            <a:ext cx="5760000" cy="4680000"/>
          </a:xfrm>
          <a:prstGeom prst="roundRect">
            <a:avLst>
              <a:gd name="adj" fmla="val 384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>
              <a:defRPr kumimoji="0" lang="fr-FR" sz="1000" b="0" i="0" u="none" strike="noStrike" cap="none" spc="0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Illustration  : photo ou schéma technique </a:t>
            </a:r>
            <a:br>
              <a:rPr lang="fr-FR" dirty="0" smtClean="0"/>
            </a:br>
            <a:r>
              <a:rPr lang="fr-FR" dirty="0" smtClean="0"/>
              <a:t>de la solution</a:t>
            </a:r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29" hasCustomPrompt="1"/>
          </p:nvPr>
        </p:nvSpPr>
        <p:spPr>
          <a:xfrm>
            <a:off x="171450" y="2329612"/>
            <a:ext cx="5756275" cy="1639887"/>
          </a:xfrm>
          <a:prstGeom prst="rect">
            <a:avLst/>
          </a:prstGeom>
        </p:spPr>
        <p:txBody>
          <a:bodyPr lIns="0" tIns="0" rIns="0" bIns="180000" anchor="b" anchorCtr="0"/>
          <a:lstStyle>
            <a:lvl1pPr>
              <a:defRPr sz="2400" b="1" baseline="0">
                <a:solidFill>
                  <a:schemeClr val="tx2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fr-FR" dirty="0" smtClean="0"/>
              <a:t>Plus-value de la solution </a:t>
            </a:r>
            <a:br>
              <a:rPr lang="fr-FR" dirty="0" smtClean="0"/>
            </a:br>
            <a:r>
              <a:rPr lang="fr-FR" dirty="0" smtClean="0"/>
              <a:t>en une phrase clé : 3 lignes max (soigner les retours à la ligne)</a:t>
            </a:r>
            <a:endParaRPr lang="fr-FR" dirty="0"/>
          </a:p>
        </p:txBody>
      </p:sp>
      <p:sp>
        <p:nvSpPr>
          <p:cNvPr id="23" name="ZoneTexte 22"/>
          <p:cNvSpPr txBox="1"/>
          <p:nvPr userDrawn="1"/>
        </p:nvSpPr>
        <p:spPr>
          <a:xfrm>
            <a:off x="7356000" y="-1660583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Alterner dispo gauche / droite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 plusieurs slides identiques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 succèdent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Espace réservé du texte 11"/>
          <p:cNvSpPr>
            <a:spLocks noGrp="1"/>
          </p:cNvSpPr>
          <p:nvPr>
            <p:ph type="body" sz="quarter" idx="24" hasCustomPrompt="1"/>
          </p:nvPr>
        </p:nvSpPr>
        <p:spPr>
          <a:xfrm>
            <a:off x="171450" y="3969500"/>
            <a:ext cx="5756275" cy="1860649"/>
          </a:xfrm>
          <a:prstGeom prst="rect">
            <a:avLst/>
          </a:prstGeom>
        </p:spPr>
        <p:txBody>
          <a:bodyPr lIns="0" tIns="180000" rIns="0" bIns="0"/>
          <a:lstStyle>
            <a:lvl1pPr marL="171450" indent="-171450" algn="l">
              <a:buClr>
                <a:schemeClr val="tx2"/>
              </a:buClr>
              <a:buFont typeface="Avenir LT Std 65 Medium" panose="020B0603020203020204" pitchFamily="34" charset="0"/>
              <a:buChar char="›"/>
              <a:defRPr sz="2000" b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Caractéristiques principales</a:t>
            </a:r>
          </a:p>
        </p:txBody>
      </p:sp>
      <p:pic>
        <p:nvPicPr>
          <p:cNvPr id="11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7463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_tech_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89379" y="188638"/>
            <a:ext cx="11844338" cy="648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lang="fr-FR" dirty="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400"/>
              </a:spcAft>
              <a:buFont typeface="Arial" pitchFamily="34" charset="0"/>
            </a:pPr>
            <a:r>
              <a:rPr lang="fr-FR" dirty="0" smtClean="0"/>
              <a:t>Titre de la diapositive : constat ou problématique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89379" y="846809"/>
            <a:ext cx="4954928" cy="380480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72000" tIns="36000" rIns="72000" bIns="36000" rtlCol="0">
            <a:spAutoFit/>
          </a:bodyPr>
          <a:lstStyle>
            <a:lvl1pPr>
              <a:defRPr kumimoji="0" lang="fr-FR" sz="2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L="182563" marR="0" lvl="0" indent="-182563" fontAlgn="auto">
              <a:spcAft>
                <a:spcPts val="0"/>
              </a:spcAft>
              <a:buClrTx/>
              <a:buSzTx/>
              <a:buFontTx/>
              <a:buChar char="›"/>
              <a:tabLst/>
            </a:pPr>
            <a:r>
              <a:rPr lang="fr-FR" dirty="0" smtClean="0"/>
              <a:t>Techno qui répond à la problématique</a:t>
            </a:r>
            <a:endParaRPr lang="fr-FR" dirty="0"/>
          </a:p>
        </p:txBody>
      </p:sp>
      <p:sp>
        <p:nvSpPr>
          <p:cNvPr id="20" name="Espace réservé pour une image  2"/>
          <p:cNvSpPr>
            <a:spLocks noGrp="1"/>
          </p:cNvSpPr>
          <p:nvPr>
            <p:ph type="pic" sz="quarter" idx="28" hasCustomPrompt="1"/>
          </p:nvPr>
        </p:nvSpPr>
        <p:spPr>
          <a:xfrm>
            <a:off x="189379" y="1608913"/>
            <a:ext cx="5760000" cy="4680000"/>
          </a:xfrm>
          <a:prstGeom prst="roundRect">
            <a:avLst>
              <a:gd name="adj" fmla="val 384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rmAutofit/>
          </a:bodyPr>
          <a:lstStyle>
            <a:lvl1pPr>
              <a:defRPr kumimoji="0" lang="fr-FR" sz="1000" b="0" i="0" u="none" strike="noStrike" cap="none" spc="0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Illustration  : photo ou schéma technique </a:t>
            </a:r>
            <a:br>
              <a:rPr lang="fr-FR" dirty="0" smtClean="0"/>
            </a:br>
            <a:r>
              <a:rPr lang="fr-FR" dirty="0" smtClean="0"/>
              <a:t>de la solution</a:t>
            </a:r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29" hasCustomPrompt="1"/>
          </p:nvPr>
        </p:nvSpPr>
        <p:spPr>
          <a:xfrm>
            <a:off x="6259513" y="2309026"/>
            <a:ext cx="5756275" cy="1639887"/>
          </a:xfrm>
          <a:prstGeom prst="rect">
            <a:avLst/>
          </a:prstGeom>
        </p:spPr>
        <p:txBody>
          <a:bodyPr lIns="0" tIns="0" rIns="0" bIns="180000" anchor="b" anchorCtr="0"/>
          <a:lstStyle>
            <a:lvl1pPr algn="l">
              <a:defRPr sz="2400" b="1" baseline="0">
                <a:solidFill>
                  <a:schemeClr val="tx2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fr-FR" dirty="0" smtClean="0"/>
              <a:t>Plus-value de la solution </a:t>
            </a:r>
            <a:br>
              <a:rPr lang="fr-FR" dirty="0" smtClean="0"/>
            </a:br>
            <a:r>
              <a:rPr lang="fr-FR" dirty="0" smtClean="0"/>
              <a:t>en une phrase clé : 3 lignes max (soigner les retours à la ligne)</a:t>
            </a:r>
            <a:endParaRPr lang="fr-FR" dirty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7356000" y="-1660583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Alterner dispo gauche / droite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 plusieurs slides identiques 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 succèdent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Espace réservé du texte 11"/>
          <p:cNvSpPr>
            <a:spLocks noGrp="1"/>
          </p:cNvSpPr>
          <p:nvPr>
            <p:ph type="body" sz="quarter" idx="24" hasCustomPrompt="1"/>
          </p:nvPr>
        </p:nvSpPr>
        <p:spPr>
          <a:xfrm>
            <a:off x="6259514" y="3948914"/>
            <a:ext cx="5756274" cy="2134462"/>
          </a:xfrm>
          <a:prstGeom prst="rect">
            <a:avLst/>
          </a:prstGeom>
        </p:spPr>
        <p:txBody>
          <a:bodyPr lIns="0" tIns="180000" rIns="0" bIns="0"/>
          <a:lstStyle>
            <a:lvl1pPr marL="182563" indent="-182563" algn="l">
              <a:buClr>
                <a:schemeClr val="tx2"/>
              </a:buClr>
              <a:buFont typeface="Avenir LT Std 65 Medium" panose="020B0603020203020204" pitchFamily="34" charset="0"/>
              <a:buChar char="›"/>
              <a:defRPr sz="2000" b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Caractéristiques principales</a:t>
            </a:r>
          </a:p>
        </p:txBody>
      </p:sp>
    </p:spTree>
    <p:extLst>
      <p:ext uri="{BB962C8B-B14F-4D97-AF65-F5344CB8AC3E}">
        <p14:creationId xmlns:p14="http://schemas.microsoft.com/office/powerpoint/2010/main" val="28709648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_tech_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89379" y="188638"/>
            <a:ext cx="11844338" cy="648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lang="fr-FR" dirty="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400"/>
              </a:spcAft>
              <a:buFont typeface="Arial" pitchFamily="34" charset="0"/>
            </a:pPr>
            <a:r>
              <a:rPr lang="fr-FR" dirty="0" smtClean="0"/>
              <a:t>Titre de la diapositive : constat ou problématique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89379" y="862459"/>
            <a:ext cx="4954928" cy="380480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72000" tIns="36000" rIns="72000" bIns="36000" rtlCol="0">
            <a:spAutoFit/>
          </a:bodyPr>
          <a:lstStyle>
            <a:lvl1pPr>
              <a:defRPr kumimoji="0" lang="fr-FR" sz="2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L="182563" marR="0" lvl="0" indent="-182563" fontAlgn="auto">
              <a:spcAft>
                <a:spcPts val="0"/>
              </a:spcAft>
              <a:buClrTx/>
              <a:buSzTx/>
              <a:buFontTx/>
              <a:buChar char="›"/>
              <a:tabLst/>
            </a:pPr>
            <a:r>
              <a:rPr lang="fr-FR" dirty="0" smtClean="0"/>
              <a:t>Techno qui répond à la problématique</a:t>
            </a:r>
            <a:endParaRPr lang="fr-FR" dirty="0"/>
          </a:p>
        </p:txBody>
      </p:sp>
      <p:sp>
        <p:nvSpPr>
          <p:cNvPr id="20" name="Espace réservé pour une image  2"/>
          <p:cNvSpPr>
            <a:spLocks noGrp="1"/>
          </p:cNvSpPr>
          <p:nvPr>
            <p:ph type="pic" sz="quarter" idx="28" hasCustomPrompt="1"/>
          </p:nvPr>
        </p:nvSpPr>
        <p:spPr>
          <a:xfrm>
            <a:off x="189379" y="1588705"/>
            <a:ext cx="11809298" cy="4576599"/>
          </a:xfrm>
          <a:prstGeom prst="roundRect">
            <a:avLst>
              <a:gd name="adj" fmla="val 384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rmAutofit/>
          </a:bodyPr>
          <a:lstStyle>
            <a:lvl1pPr>
              <a:defRPr kumimoji="0" lang="fr-FR" sz="1000" b="0" i="0" u="none" strike="noStrike" cap="none" spc="0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Illustration  : photo ou schéma technique </a:t>
            </a:r>
            <a:br>
              <a:rPr lang="fr-FR" dirty="0" smtClean="0"/>
            </a:br>
            <a:r>
              <a:rPr lang="fr-FR" dirty="0" smtClean="0"/>
              <a:t>de la solution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59336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_lig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Espace réservé pour une image  37"/>
          <p:cNvSpPr>
            <a:spLocks noGrp="1"/>
          </p:cNvSpPr>
          <p:nvPr>
            <p:ph type="pic" sz="quarter" idx="28" hasCustomPrompt="1"/>
          </p:nvPr>
        </p:nvSpPr>
        <p:spPr>
          <a:xfrm>
            <a:off x="5732599" y="590692"/>
            <a:ext cx="6468109" cy="6149742"/>
          </a:xfrm>
          <a:prstGeom prst="rect">
            <a:avLst/>
          </a:prstGeom>
          <a:effectLst>
            <a:softEdge rad="317500"/>
          </a:effectLst>
        </p:spPr>
        <p:txBody>
          <a:bodyPr anchor="ctr" anchorCtr="0">
            <a:normAutofit/>
          </a:bodyPr>
          <a:lstStyle>
            <a:lvl1pPr algn="ctr"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 dirty="0" smtClean="0"/>
              <a:t>Insérer une image sur fond blanc</a:t>
            </a:r>
            <a:endParaRPr lang="fr-FR" dirty="0"/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89379" y="188638"/>
            <a:ext cx="11826409" cy="648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lang="fr-FR" dirty="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400"/>
              </a:spcAft>
              <a:buFont typeface="Arial" pitchFamily="34" charset="0"/>
            </a:pPr>
            <a:r>
              <a:rPr lang="fr-FR" dirty="0" smtClean="0"/>
              <a:t>Titre de la diapositive</a:t>
            </a:r>
            <a:endParaRPr lang="fr-FR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21" hasCustomPrompt="1"/>
          </p:nvPr>
        </p:nvSpPr>
        <p:spPr>
          <a:xfrm>
            <a:off x="1392014" y="2122866"/>
            <a:ext cx="1080000" cy="108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10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0" name="Espace réservé pour une image  2"/>
          <p:cNvSpPr>
            <a:spLocks noGrp="1"/>
          </p:cNvSpPr>
          <p:nvPr>
            <p:ph type="pic" sz="quarter" idx="22" hasCustomPrompt="1"/>
          </p:nvPr>
        </p:nvSpPr>
        <p:spPr>
          <a:xfrm>
            <a:off x="1392014" y="3495933"/>
            <a:ext cx="1080000" cy="108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10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1" name="Espace réservé pour une image  2"/>
          <p:cNvSpPr>
            <a:spLocks noGrp="1"/>
          </p:cNvSpPr>
          <p:nvPr>
            <p:ph type="pic" sz="quarter" idx="23" hasCustomPrompt="1"/>
          </p:nvPr>
        </p:nvSpPr>
        <p:spPr>
          <a:xfrm>
            <a:off x="1392014" y="4930672"/>
            <a:ext cx="1080000" cy="108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10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24" hasCustomPrompt="1"/>
          </p:nvPr>
        </p:nvSpPr>
        <p:spPr>
          <a:xfrm>
            <a:off x="2856000" y="2122866"/>
            <a:ext cx="5049750" cy="108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sz="2400" b="1" baseline="0">
                <a:solidFill>
                  <a:schemeClr val="tx1"/>
                </a:solidFill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Titre A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25" hasCustomPrompt="1"/>
          </p:nvPr>
        </p:nvSpPr>
        <p:spPr>
          <a:xfrm>
            <a:off x="2856000" y="3508361"/>
            <a:ext cx="5049750" cy="108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sz="2400" b="1">
                <a:solidFill>
                  <a:schemeClr val="tx1"/>
                </a:solidFill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Titre B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15" name="Espace réservé du texte 11"/>
          <p:cNvSpPr>
            <a:spLocks noGrp="1"/>
          </p:cNvSpPr>
          <p:nvPr>
            <p:ph type="body" sz="quarter" idx="26" hasCustomPrompt="1"/>
          </p:nvPr>
        </p:nvSpPr>
        <p:spPr>
          <a:xfrm>
            <a:off x="2855999" y="4930673"/>
            <a:ext cx="5049750" cy="108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sz="2400" b="1">
                <a:solidFill>
                  <a:schemeClr val="tx1"/>
                </a:solidFill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Titre C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89379" y="863157"/>
            <a:ext cx="1525912" cy="380480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72000" tIns="36000" rIns="72000" bIns="36000" rtlCol="0">
            <a:spAutoFit/>
          </a:bodyPr>
          <a:lstStyle>
            <a:lvl1pPr marL="342900" indent="-342900">
              <a:buFont typeface="Wingdings 3" panose="05040102010807070707" pitchFamily="18" charset="2"/>
              <a:buChar char=""/>
              <a:defRPr kumimoji="0" lang="fr-FR" sz="2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L="182563" marR="0" lvl="0" indent="-182563" fontAlgn="auto">
              <a:spcAft>
                <a:spcPts val="0"/>
              </a:spcAft>
              <a:buClrTx/>
              <a:buSzTx/>
              <a:buFontTx/>
              <a:buChar char="›"/>
              <a:tabLst/>
            </a:pPr>
            <a:r>
              <a:rPr lang="fr-FR" dirty="0" smtClean="0"/>
              <a:t>Sous-titre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68364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_colon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à coins arrondis 12"/>
          <p:cNvSpPr/>
          <p:nvPr userDrawn="1"/>
        </p:nvSpPr>
        <p:spPr>
          <a:xfrm>
            <a:off x="4291012" y="2082963"/>
            <a:ext cx="3584574" cy="3395680"/>
          </a:xfrm>
          <a:prstGeom prst="roundRect">
            <a:avLst>
              <a:gd name="adj" fmla="val 246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tangle à coins arrondis 15"/>
          <p:cNvSpPr/>
          <p:nvPr userDrawn="1"/>
        </p:nvSpPr>
        <p:spPr>
          <a:xfrm>
            <a:off x="171450" y="2082963"/>
            <a:ext cx="3584575" cy="3395681"/>
          </a:xfrm>
          <a:prstGeom prst="roundRect">
            <a:avLst>
              <a:gd name="adj" fmla="val 246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Rectangle à coins arrondis 18"/>
          <p:cNvSpPr/>
          <p:nvPr userDrawn="1"/>
        </p:nvSpPr>
        <p:spPr>
          <a:xfrm>
            <a:off x="8437012" y="2082963"/>
            <a:ext cx="3584574" cy="3395680"/>
          </a:xfrm>
          <a:prstGeom prst="roundRect">
            <a:avLst>
              <a:gd name="adj" fmla="val 246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89379" y="188638"/>
            <a:ext cx="11826409" cy="648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lang="fr-FR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400"/>
              </a:spcAft>
              <a:buFont typeface="Arial" pitchFamily="34" charset="0"/>
            </a:pPr>
            <a:r>
              <a:rPr lang="fr-FR" dirty="0" smtClean="0"/>
              <a:t>Titre de la diapositive</a:t>
            </a:r>
            <a:endParaRPr lang="fr-FR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21" hasCustomPrompt="1"/>
          </p:nvPr>
        </p:nvSpPr>
        <p:spPr>
          <a:xfrm>
            <a:off x="1063737" y="2309812"/>
            <a:ext cx="1800000" cy="180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1000" b="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0" name="Espace réservé pour une image  2"/>
          <p:cNvSpPr>
            <a:spLocks noGrp="1"/>
          </p:cNvSpPr>
          <p:nvPr>
            <p:ph type="pic" sz="quarter" idx="22" hasCustomPrompt="1"/>
          </p:nvPr>
        </p:nvSpPr>
        <p:spPr>
          <a:xfrm>
            <a:off x="5183299" y="2309812"/>
            <a:ext cx="1800000" cy="180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1000" b="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1" name="Espace réservé pour une image  2"/>
          <p:cNvSpPr>
            <a:spLocks noGrp="1"/>
          </p:cNvSpPr>
          <p:nvPr>
            <p:ph type="pic" sz="quarter" idx="23" hasCustomPrompt="1"/>
          </p:nvPr>
        </p:nvSpPr>
        <p:spPr>
          <a:xfrm>
            <a:off x="9329299" y="2309812"/>
            <a:ext cx="1800000" cy="180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1000" b="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24" hasCustomPrompt="1"/>
          </p:nvPr>
        </p:nvSpPr>
        <p:spPr>
          <a:xfrm>
            <a:off x="171450" y="4149000"/>
            <a:ext cx="3584575" cy="1329643"/>
          </a:xfrm>
          <a:prstGeom prst="rect">
            <a:avLst/>
          </a:prstGeom>
        </p:spPr>
        <p:txBody>
          <a:bodyPr lIns="0" tIns="180000" rIns="0" bIns="0"/>
          <a:lstStyle>
            <a:lvl1pPr algn="ctr">
              <a:defRPr sz="2400" b="1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Titre A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25" hasCustomPrompt="1"/>
          </p:nvPr>
        </p:nvSpPr>
        <p:spPr>
          <a:xfrm>
            <a:off x="4291012" y="4149000"/>
            <a:ext cx="3584575" cy="1329643"/>
          </a:xfrm>
          <a:prstGeom prst="rect">
            <a:avLst/>
          </a:prstGeom>
        </p:spPr>
        <p:txBody>
          <a:bodyPr lIns="0" tIns="180000" rIns="0" bIns="0"/>
          <a:lstStyle>
            <a:lvl1pPr algn="ctr">
              <a:defRPr lang="fr-FR" sz="2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None/>
            </a:pPr>
            <a:r>
              <a:rPr lang="fr-FR" dirty="0" smtClean="0"/>
              <a:t>Titre B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15" name="Espace réservé du texte 11"/>
          <p:cNvSpPr>
            <a:spLocks noGrp="1"/>
          </p:cNvSpPr>
          <p:nvPr>
            <p:ph type="body" sz="quarter" idx="26" hasCustomPrompt="1"/>
          </p:nvPr>
        </p:nvSpPr>
        <p:spPr>
          <a:xfrm>
            <a:off x="8437012" y="4149000"/>
            <a:ext cx="3584575" cy="1329643"/>
          </a:xfrm>
          <a:prstGeom prst="rect">
            <a:avLst/>
          </a:prstGeom>
        </p:spPr>
        <p:txBody>
          <a:bodyPr lIns="0" tIns="180000" rIns="0" bIns="0"/>
          <a:lstStyle>
            <a:lvl1pPr algn="ctr">
              <a:defRPr lang="fr-FR" sz="2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None/>
            </a:pPr>
            <a:r>
              <a:rPr lang="fr-FR" dirty="0" smtClean="0"/>
              <a:t>Titre C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89379" y="896314"/>
            <a:ext cx="1859032" cy="380480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square" lIns="72000" tIns="36000" rIns="72000" bIns="36000" rtlCol="0">
            <a:spAutoFit/>
          </a:bodyPr>
          <a:lstStyle>
            <a:lvl1pPr>
              <a:defRPr kumimoji="0" lang="fr-FR" sz="2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L="182563" marR="0" lvl="0" indent="-182563" fontAlgn="auto">
              <a:spcAft>
                <a:spcPts val="0"/>
              </a:spcAft>
              <a:buClrTx/>
              <a:buSzTx/>
              <a:buFontTx/>
              <a:buChar char="›"/>
              <a:tabLst/>
            </a:pPr>
            <a:r>
              <a:rPr lang="fr-FR" dirty="0" smtClean="0"/>
              <a:t>Sous-titre</a:t>
            </a:r>
            <a:endParaRPr lang="fr-FR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2725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_colonne_noi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à coins arrondis 12"/>
          <p:cNvSpPr/>
          <p:nvPr userDrawn="1"/>
        </p:nvSpPr>
        <p:spPr>
          <a:xfrm>
            <a:off x="4291012" y="2082963"/>
            <a:ext cx="3584574" cy="3395680"/>
          </a:xfrm>
          <a:prstGeom prst="roundRect">
            <a:avLst>
              <a:gd name="adj" fmla="val 246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tangle à coins arrondis 15"/>
          <p:cNvSpPr/>
          <p:nvPr userDrawn="1"/>
        </p:nvSpPr>
        <p:spPr>
          <a:xfrm>
            <a:off x="171450" y="2082963"/>
            <a:ext cx="3584575" cy="3395681"/>
          </a:xfrm>
          <a:prstGeom prst="roundRect">
            <a:avLst>
              <a:gd name="adj" fmla="val 246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Rectangle à coins arrondis 18"/>
          <p:cNvSpPr/>
          <p:nvPr userDrawn="1"/>
        </p:nvSpPr>
        <p:spPr>
          <a:xfrm>
            <a:off x="8437012" y="2082963"/>
            <a:ext cx="3584574" cy="3395680"/>
          </a:xfrm>
          <a:prstGeom prst="roundRect">
            <a:avLst>
              <a:gd name="adj" fmla="val 246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89379" y="188638"/>
            <a:ext cx="11826409" cy="648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lang="fr-FR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400"/>
              </a:spcAft>
              <a:buFont typeface="Arial" pitchFamily="34" charset="0"/>
            </a:pPr>
            <a:r>
              <a:rPr lang="fr-FR" dirty="0" smtClean="0"/>
              <a:t>Titre de la diapositive</a:t>
            </a:r>
            <a:endParaRPr lang="fr-FR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21" hasCustomPrompt="1"/>
          </p:nvPr>
        </p:nvSpPr>
        <p:spPr>
          <a:xfrm>
            <a:off x="1063737" y="2309812"/>
            <a:ext cx="1800000" cy="180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1000" b="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0" name="Espace réservé pour une image  2"/>
          <p:cNvSpPr>
            <a:spLocks noGrp="1"/>
          </p:cNvSpPr>
          <p:nvPr>
            <p:ph type="pic" sz="quarter" idx="22" hasCustomPrompt="1"/>
          </p:nvPr>
        </p:nvSpPr>
        <p:spPr>
          <a:xfrm>
            <a:off x="5183299" y="2309812"/>
            <a:ext cx="1800000" cy="180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1000" b="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1" name="Espace réservé pour une image  2"/>
          <p:cNvSpPr>
            <a:spLocks noGrp="1"/>
          </p:cNvSpPr>
          <p:nvPr>
            <p:ph type="pic" sz="quarter" idx="23" hasCustomPrompt="1"/>
          </p:nvPr>
        </p:nvSpPr>
        <p:spPr>
          <a:xfrm>
            <a:off x="9329299" y="2309812"/>
            <a:ext cx="1800000" cy="180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1000" b="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24" hasCustomPrompt="1"/>
          </p:nvPr>
        </p:nvSpPr>
        <p:spPr>
          <a:xfrm>
            <a:off x="171450" y="4149000"/>
            <a:ext cx="3584575" cy="1329643"/>
          </a:xfrm>
          <a:prstGeom prst="rect">
            <a:avLst/>
          </a:prstGeom>
        </p:spPr>
        <p:txBody>
          <a:bodyPr lIns="0" tIns="180000" rIns="0" bIns="0"/>
          <a:lstStyle>
            <a:lvl1pPr algn="ctr">
              <a:defRPr sz="2400" b="1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Titre A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25" hasCustomPrompt="1"/>
          </p:nvPr>
        </p:nvSpPr>
        <p:spPr>
          <a:xfrm>
            <a:off x="4291012" y="4149000"/>
            <a:ext cx="3584575" cy="1329643"/>
          </a:xfrm>
          <a:prstGeom prst="rect">
            <a:avLst/>
          </a:prstGeom>
        </p:spPr>
        <p:txBody>
          <a:bodyPr lIns="0" tIns="180000" rIns="0" bIns="0"/>
          <a:lstStyle>
            <a:lvl1pPr algn="ctr">
              <a:defRPr lang="fr-FR" sz="2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None/>
            </a:pPr>
            <a:r>
              <a:rPr lang="fr-FR" dirty="0" smtClean="0"/>
              <a:t>Titre B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15" name="Espace réservé du texte 11"/>
          <p:cNvSpPr>
            <a:spLocks noGrp="1"/>
          </p:cNvSpPr>
          <p:nvPr>
            <p:ph type="body" sz="quarter" idx="26" hasCustomPrompt="1"/>
          </p:nvPr>
        </p:nvSpPr>
        <p:spPr>
          <a:xfrm>
            <a:off x="8437012" y="4149000"/>
            <a:ext cx="3584575" cy="1329643"/>
          </a:xfrm>
          <a:prstGeom prst="rect">
            <a:avLst/>
          </a:prstGeom>
        </p:spPr>
        <p:txBody>
          <a:bodyPr lIns="0" tIns="180000" rIns="0" bIns="0"/>
          <a:lstStyle>
            <a:lvl1pPr algn="ctr">
              <a:defRPr lang="fr-FR" sz="2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None/>
            </a:pPr>
            <a:r>
              <a:rPr lang="fr-FR" dirty="0" smtClean="0"/>
              <a:t>Titre C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89379" y="896314"/>
            <a:ext cx="1859032" cy="380480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square" lIns="72000" tIns="36000" rIns="72000" bIns="36000" rtlCol="0">
            <a:spAutoFit/>
          </a:bodyPr>
          <a:lstStyle>
            <a:lvl1pPr>
              <a:defRPr kumimoji="0" lang="fr-FR" sz="2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L="182563" marR="0" lvl="0" indent="-182563" fontAlgn="auto">
              <a:spcAft>
                <a:spcPts val="0"/>
              </a:spcAft>
              <a:buClrTx/>
              <a:buSzTx/>
              <a:buFontTx/>
              <a:buChar char="›"/>
              <a:tabLst/>
            </a:pPr>
            <a:r>
              <a:rPr lang="fr-FR" dirty="0" smtClean="0"/>
              <a:t>Sous-titre</a:t>
            </a:r>
            <a:endParaRPr lang="fr-FR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2687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_colonne_rou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à coins arrondis 12"/>
          <p:cNvSpPr/>
          <p:nvPr userDrawn="1"/>
        </p:nvSpPr>
        <p:spPr>
          <a:xfrm>
            <a:off x="4291012" y="2082963"/>
            <a:ext cx="3584574" cy="3395680"/>
          </a:xfrm>
          <a:prstGeom prst="roundRect">
            <a:avLst>
              <a:gd name="adj" fmla="val 246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tangle à coins arrondis 15"/>
          <p:cNvSpPr/>
          <p:nvPr userDrawn="1"/>
        </p:nvSpPr>
        <p:spPr>
          <a:xfrm>
            <a:off x="171450" y="2082963"/>
            <a:ext cx="3584575" cy="3395681"/>
          </a:xfrm>
          <a:prstGeom prst="roundRect">
            <a:avLst>
              <a:gd name="adj" fmla="val 246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Rectangle à coins arrondis 18"/>
          <p:cNvSpPr/>
          <p:nvPr userDrawn="1"/>
        </p:nvSpPr>
        <p:spPr>
          <a:xfrm>
            <a:off x="8437012" y="2082963"/>
            <a:ext cx="3584574" cy="3395680"/>
          </a:xfrm>
          <a:prstGeom prst="roundRect">
            <a:avLst>
              <a:gd name="adj" fmla="val 246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89379" y="188638"/>
            <a:ext cx="11826409" cy="648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lang="fr-FR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400"/>
              </a:spcAft>
              <a:buFont typeface="Arial" pitchFamily="34" charset="0"/>
            </a:pPr>
            <a:r>
              <a:rPr lang="fr-FR" dirty="0" smtClean="0"/>
              <a:t>Titre de la diapositive</a:t>
            </a:r>
            <a:endParaRPr lang="fr-FR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21" hasCustomPrompt="1"/>
          </p:nvPr>
        </p:nvSpPr>
        <p:spPr>
          <a:xfrm>
            <a:off x="1063737" y="2309812"/>
            <a:ext cx="1800000" cy="180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1000" b="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0" name="Espace réservé pour une image  2"/>
          <p:cNvSpPr>
            <a:spLocks noGrp="1"/>
          </p:cNvSpPr>
          <p:nvPr>
            <p:ph type="pic" sz="quarter" idx="22" hasCustomPrompt="1"/>
          </p:nvPr>
        </p:nvSpPr>
        <p:spPr>
          <a:xfrm>
            <a:off x="5183299" y="2309812"/>
            <a:ext cx="1800000" cy="180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1000" b="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1" name="Espace réservé pour une image  2"/>
          <p:cNvSpPr>
            <a:spLocks noGrp="1"/>
          </p:cNvSpPr>
          <p:nvPr>
            <p:ph type="pic" sz="quarter" idx="23" hasCustomPrompt="1"/>
          </p:nvPr>
        </p:nvSpPr>
        <p:spPr>
          <a:xfrm>
            <a:off x="9329299" y="2309812"/>
            <a:ext cx="1800000" cy="180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1000" b="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 dirty="0" err="1" smtClean="0"/>
              <a:t>Picto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24" hasCustomPrompt="1"/>
          </p:nvPr>
        </p:nvSpPr>
        <p:spPr>
          <a:xfrm>
            <a:off x="171450" y="4149000"/>
            <a:ext cx="3584575" cy="1329643"/>
          </a:xfrm>
          <a:prstGeom prst="rect">
            <a:avLst/>
          </a:prstGeom>
        </p:spPr>
        <p:txBody>
          <a:bodyPr lIns="0" tIns="180000" rIns="0" bIns="0"/>
          <a:lstStyle>
            <a:lvl1pPr algn="ctr">
              <a:defRPr lang="fr-FR" sz="2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None/>
            </a:pPr>
            <a:r>
              <a:rPr lang="fr-FR" dirty="0" smtClean="0"/>
              <a:t>Titre A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25" hasCustomPrompt="1"/>
          </p:nvPr>
        </p:nvSpPr>
        <p:spPr>
          <a:xfrm>
            <a:off x="4291012" y="4149000"/>
            <a:ext cx="3584575" cy="1329643"/>
          </a:xfrm>
          <a:prstGeom prst="rect">
            <a:avLst/>
          </a:prstGeom>
        </p:spPr>
        <p:txBody>
          <a:bodyPr lIns="0" tIns="180000" rIns="0" bIns="0"/>
          <a:lstStyle>
            <a:lvl1pPr algn="ctr">
              <a:defRPr lang="fr-FR" sz="2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None/>
            </a:pPr>
            <a:r>
              <a:rPr lang="fr-FR" dirty="0" smtClean="0"/>
              <a:t>Titre B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15" name="Espace réservé du texte 11"/>
          <p:cNvSpPr>
            <a:spLocks noGrp="1"/>
          </p:cNvSpPr>
          <p:nvPr>
            <p:ph type="body" sz="quarter" idx="26" hasCustomPrompt="1"/>
          </p:nvPr>
        </p:nvSpPr>
        <p:spPr>
          <a:xfrm>
            <a:off x="8437012" y="4149000"/>
            <a:ext cx="3584575" cy="1329643"/>
          </a:xfrm>
          <a:prstGeom prst="rect">
            <a:avLst/>
          </a:prstGeom>
        </p:spPr>
        <p:txBody>
          <a:bodyPr lIns="0" tIns="180000" rIns="0" bIns="0"/>
          <a:lstStyle>
            <a:lvl1pPr algn="ctr">
              <a:defRPr lang="fr-FR" sz="2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None/>
            </a:pPr>
            <a:r>
              <a:rPr lang="fr-FR" dirty="0" smtClean="0"/>
              <a:t>Titre C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89379" y="896314"/>
            <a:ext cx="1859032" cy="380480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square" lIns="72000" tIns="36000" rIns="72000" bIns="36000" rtlCol="0">
            <a:spAutoFit/>
          </a:bodyPr>
          <a:lstStyle>
            <a:lvl1pPr>
              <a:defRPr kumimoji="0" lang="fr-FR" sz="20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L="182563" marR="0" lvl="0" indent="-182563" fontAlgn="auto">
              <a:spcAft>
                <a:spcPts val="0"/>
              </a:spcAft>
              <a:buClrTx/>
              <a:buSzTx/>
              <a:buFontTx/>
              <a:buChar char="›"/>
              <a:tabLst/>
            </a:pPr>
            <a:r>
              <a:rPr lang="fr-FR" dirty="0" smtClean="0"/>
              <a:t>Sous-titre</a:t>
            </a:r>
            <a:endParaRPr lang="fr-FR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53" y="6343483"/>
            <a:ext cx="365426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9341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94532" y="188639"/>
            <a:ext cx="11821255" cy="648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lang="fr-FR" dirty="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400"/>
              </a:spcAft>
              <a:buFont typeface="Arial" pitchFamily="34" charset="0"/>
            </a:pPr>
            <a:r>
              <a:rPr lang="fr-FR" dirty="0" smtClean="0"/>
              <a:t>Titre de la diapositive</a:t>
            </a:r>
            <a:endParaRPr lang="fr-FR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21" hasCustomPrompt="1"/>
          </p:nvPr>
        </p:nvSpPr>
        <p:spPr>
          <a:xfrm>
            <a:off x="182881" y="1463269"/>
            <a:ext cx="3600000" cy="3600000"/>
          </a:xfrm>
          <a:prstGeom prst="roundRect">
            <a:avLst>
              <a:gd name="adj" fmla="val 384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kumimoji="0" lang="fr-FR" sz="1000" b="0" i="0" u="none" strike="noStrike" cap="none" spc="0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Photo</a:t>
            </a:r>
            <a:endParaRPr lang="fr-FR" dirty="0"/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25" hasCustomPrompt="1"/>
          </p:nvPr>
        </p:nvSpPr>
        <p:spPr>
          <a:xfrm>
            <a:off x="182881" y="5066917"/>
            <a:ext cx="11800838" cy="1084083"/>
          </a:xfrm>
          <a:prstGeom prst="rect">
            <a:avLst/>
          </a:prstGeom>
        </p:spPr>
        <p:txBody>
          <a:bodyPr lIns="0" tIns="180000" rIns="0" bIns="180000" anchor="ctr" anchorCtr="0">
            <a:normAutofit/>
          </a:bodyPr>
          <a:lstStyle>
            <a:lvl1pPr algn="ctr">
              <a:defRPr sz="2400" b="1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Message clé sous forme d’une phrase synthétique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511672" y="1208306"/>
            <a:ext cx="942419" cy="380480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72000" tIns="36000" rIns="72000" bIns="36000" rtlCol="0" anchor="ctr" anchorCtr="0">
            <a:spAutoFit/>
          </a:bodyPr>
          <a:lstStyle>
            <a:lvl1pPr>
              <a:defRPr kumimoji="0" lang="fr-FR" sz="2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A</a:t>
            </a:r>
            <a:endParaRPr lang="fr-FR" dirty="0"/>
          </a:p>
        </p:txBody>
      </p:sp>
      <p:sp>
        <p:nvSpPr>
          <p:cNvPr id="17" name="Espace réservé pour une image  2"/>
          <p:cNvSpPr>
            <a:spLocks noGrp="1"/>
          </p:cNvSpPr>
          <p:nvPr>
            <p:ph type="pic" sz="quarter" idx="28" hasCustomPrompt="1"/>
          </p:nvPr>
        </p:nvSpPr>
        <p:spPr>
          <a:xfrm>
            <a:off x="4306534" y="1463269"/>
            <a:ext cx="3600000" cy="3600000"/>
          </a:xfrm>
          <a:prstGeom prst="roundRect">
            <a:avLst>
              <a:gd name="adj" fmla="val 384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kumimoji="0" lang="fr-FR" sz="1000" b="0" i="0" u="none" strike="noStrike" cap="none" spc="0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Photo </a:t>
            </a:r>
            <a:endParaRPr lang="fr-FR" dirty="0"/>
          </a:p>
        </p:txBody>
      </p:sp>
      <p:sp>
        <p:nvSpPr>
          <p:cNvPr id="18" name="Espace réservé pour une image  2"/>
          <p:cNvSpPr>
            <a:spLocks noGrp="1"/>
          </p:cNvSpPr>
          <p:nvPr>
            <p:ph type="pic" sz="quarter" idx="29" hasCustomPrompt="1"/>
          </p:nvPr>
        </p:nvSpPr>
        <p:spPr>
          <a:xfrm>
            <a:off x="8430188" y="1463269"/>
            <a:ext cx="3600000" cy="3600000"/>
          </a:xfrm>
          <a:prstGeom prst="roundRect">
            <a:avLst>
              <a:gd name="adj" fmla="val 384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>
              <a:defRPr kumimoji="0" lang="fr-FR" sz="1000" b="0" i="0" u="none" strike="noStrike" cap="none" spc="0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     Photo </a:t>
            </a:r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30" hasCustomPrompt="1"/>
          </p:nvPr>
        </p:nvSpPr>
        <p:spPr>
          <a:xfrm>
            <a:off x="5630580" y="1208336"/>
            <a:ext cx="951910" cy="380480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72000" tIns="36000" rIns="72000" bIns="36000" rtlCol="0" anchor="ctr" anchorCtr="0">
            <a:spAutoFit/>
          </a:bodyPr>
          <a:lstStyle>
            <a:lvl1pPr>
              <a:defRPr kumimoji="0" lang="fr-FR" sz="2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B</a:t>
            </a:r>
            <a:endParaRPr lang="fr-FR" dirty="0"/>
          </a:p>
        </p:txBody>
      </p:sp>
      <p:sp>
        <p:nvSpPr>
          <p:cNvPr id="24" name="Espace réservé du texte 23"/>
          <p:cNvSpPr>
            <a:spLocks noGrp="1"/>
          </p:cNvSpPr>
          <p:nvPr>
            <p:ph type="body" sz="quarter" idx="31" hasCustomPrompt="1"/>
          </p:nvPr>
        </p:nvSpPr>
        <p:spPr>
          <a:xfrm>
            <a:off x="9754233" y="1208336"/>
            <a:ext cx="951910" cy="380480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72000" tIns="36000" rIns="72000" bIns="36000" rtlCol="0" anchor="ctr" anchorCtr="0">
            <a:spAutoFit/>
          </a:bodyPr>
          <a:lstStyle>
            <a:lvl1pPr>
              <a:defRPr kumimoji="0" lang="fr-FR" sz="2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32547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pour une image  2"/>
          <p:cNvSpPr>
            <a:spLocks noGrp="1"/>
          </p:cNvSpPr>
          <p:nvPr>
            <p:ph type="pic" sz="quarter" idx="37" hasCustomPrompt="1"/>
          </p:nvPr>
        </p:nvSpPr>
        <p:spPr>
          <a:xfrm>
            <a:off x="9314978" y="1860344"/>
            <a:ext cx="2705152" cy="2891095"/>
          </a:xfrm>
          <a:prstGeom prst="roundRect">
            <a:avLst>
              <a:gd name="adj" fmla="val 384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rmAutofit/>
          </a:bodyPr>
          <a:lstStyle>
            <a:lvl1pPr>
              <a:defRPr kumimoji="0" lang="fr-FR" sz="1000" b="0" i="0" u="none" strike="noStrike" cap="none" spc="0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     Photo </a:t>
            </a:r>
            <a:endParaRPr lang="fr-FR" dirty="0"/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94532" y="188639"/>
            <a:ext cx="11821256" cy="648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lang="fr-FR" dirty="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400"/>
              </a:spcAft>
              <a:buFont typeface="Arial" pitchFamily="34" charset="0"/>
            </a:pPr>
            <a:r>
              <a:rPr lang="fr-FR" dirty="0" smtClean="0"/>
              <a:t>Titre de la diapositive</a:t>
            </a:r>
            <a:endParaRPr lang="fr-FR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21" hasCustomPrompt="1"/>
          </p:nvPr>
        </p:nvSpPr>
        <p:spPr>
          <a:xfrm>
            <a:off x="182881" y="1860344"/>
            <a:ext cx="2705151" cy="2891095"/>
          </a:xfrm>
          <a:prstGeom prst="roundRect">
            <a:avLst>
              <a:gd name="adj" fmla="val 384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rmAutofit/>
          </a:bodyPr>
          <a:lstStyle>
            <a:lvl1pPr>
              <a:defRPr kumimoji="0" lang="fr-FR" sz="1000" b="0" i="0" u="none" strike="noStrike" cap="none" spc="0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Photo</a:t>
            </a:r>
            <a:endParaRPr lang="fr-FR" dirty="0"/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25" hasCustomPrompt="1"/>
          </p:nvPr>
        </p:nvSpPr>
        <p:spPr>
          <a:xfrm>
            <a:off x="188596" y="4751808"/>
            <a:ext cx="2693720" cy="1084083"/>
          </a:xfrm>
          <a:prstGeom prst="rect">
            <a:avLst/>
          </a:prstGeom>
        </p:spPr>
        <p:txBody>
          <a:bodyPr lIns="0" tIns="180000" rIns="0" bIns="180000" anchor="ctr" anchorCtr="0">
            <a:noAutofit/>
          </a:bodyPr>
          <a:lstStyle>
            <a:lvl1pPr algn="ctr">
              <a:defRPr sz="2000" b="1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Texte court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064249" y="1605381"/>
            <a:ext cx="942419" cy="380480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72000" tIns="36000" rIns="72000" bIns="36000" rtlCol="0" anchor="ctr" anchorCtr="0">
            <a:spAutoFit/>
          </a:bodyPr>
          <a:lstStyle>
            <a:lvl1pPr>
              <a:defRPr kumimoji="0" lang="fr-FR" sz="2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A</a:t>
            </a:r>
            <a:endParaRPr lang="fr-FR" dirty="0"/>
          </a:p>
        </p:txBody>
      </p:sp>
      <p:sp>
        <p:nvSpPr>
          <p:cNvPr id="17" name="Espace réservé pour une image  2"/>
          <p:cNvSpPr>
            <a:spLocks noGrp="1"/>
          </p:cNvSpPr>
          <p:nvPr>
            <p:ph type="pic" sz="quarter" idx="28" hasCustomPrompt="1"/>
          </p:nvPr>
        </p:nvSpPr>
        <p:spPr>
          <a:xfrm>
            <a:off x="3211213" y="1860344"/>
            <a:ext cx="2716584" cy="2891095"/>
          </a:xfrm>
          <a:prstGeom prst="roundRect">
            <a:avLst>
              <a:gd name="adj" fmla="val 384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rmAutofit/>
          </a:bodyPr>
          <a:lstStyle>
            <a:lvl1pPr>
              <a:defRPr kumimoji="0" lang="fr-FR" sz="1000" b="0" i="0" u="none" strike="noStrike" cap="none" spc="0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Photo </a:t>
            </a:r>
            <a:endParaRPr lang="fr-FR" dirty="0"/>
          </a:p>
        </p:txBody>
      </p:sp>
      <p:sp>
        <p:nvSpPr>
          <p:cNvPr id="18" name="Espace réservé pour une image  2"/>
          <p:cNvSpPr>
            <a:spLocks noGrp="1"/>
          </p:cNvSpPr>
          <p:nvPr>
            <p:ph type="pic" sz="quarter" idx="29" hasCustomPrompt="1"/>
          </p:nvPr>
        </p:nvSpPr>
        <p:spPr>
          <a:xfrm>
            <a:off x="6273841" y="1860344"/>
            <a:ext cx="2705152" cy="2891095"/>
          </a:xfrm>
          <a:prstGeom prst="roundRect">
            <a:avLst>
              <a:gd name="adj" fmla="val 384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rmAutofit/>
          </a:bodyPr>
          <a:lstStyle>
            <a:lvl1pPr>
              <a:defRPr kumimoji="0" lang="fr-FR" sz="1000" b="0" i="0" u="none" strike="noStrike" cap="none" spc="0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     Photo </a:t>
            </a:r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30" hasCustomPrompt="1"/>
          </p:nvPr>
        </p:nvSpPr>
        <p:spPr>
          <a:xfrm>
            <a:off x="4093551" y="1605411"/>
            <a:ext cx="951910" cy="380480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72000" tIns="36000" rIns="72000" bIns="36000" rtlCol="0" anchor="ctr" anchorCtr="0">
            <a:spAutoFit/>
          </a:bodyPr>
          <a:lstStyle>
            <a:lvl1pPr>
              <a:defRPr kumimoji="0" lang="fr-FR" sz="2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B</a:t>
            </a:r>
            <a:endParaRPr lang="fr-FR" dirty="0"/>
          </a:p>
        </p:txBody>
      </p:sp>
      <p:sp>
        <p:nvSpPr>
          <p:cNvPr id="24" name="Espace réservé du texte 23"/>
          <p:cNvSpPr>
            <a:spLocks noGrp="1"/>
          </p:cNvSpPr>
          <p:nvPr>
            <p:ph type="body" sz="quarter" idx="31" hasCustomPrompt="1"/>
          </p:nvPr>
        </p:nvSpPr>
        <p:spPr>
          <a:xfrm>
            <a:off x="7150463" y="1605411"/>
            <a:ext cx="951910" cy="380480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72000" tIns="36000" rIns="72000" bIns="36000" rtlCol="0" anchor="ctr" anchorCtr="0">
            <a:spAutoFit/>
          </a:bodyPr>
          <a:lstStyle>
            <a:lvl1pPr>
              <a:defRPr kumimoji="0" lang="fr-FR" sz="2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C</a:t>
            </a:r>
            <a:endParaRPr lang="fr-FR" dirty="0"/>
          </a:p>
        </p:txBody>
      </p:sp>
      <p:sp>
        <p:nvSpPr>
          <p:cNvPr id="20" name="Espace réservé du texte 11"/>
          <p:cNvSpPr>
            <a:spLocks noGrp="1"/>
          </p:cNvSpPr>
          <p:nvPr>
            <p:ph type="body" sz="quarter" idx="34" hasCustomPrompt="1"/>
          </p:nvPr>
        </p:nvSpPr>
        <p:spPr>
          <a:xfrm>
            <a:off x="3222645" y="4751808"/>
            <a:ext cx="2693720" cy="1084083"/>
          </a:xfrm>
          <a:prstGeom prst="rect">
            <a:avLst/>
          </a:prstGeom>
        </p:spPr>
        <p:txBody>
          <a:bodyPr lIns="0" tIns="180000" rIns="0" bIns="180000" anchor="ctr" anchorCtr="0">
            <a:noAutofit/>
          </a:bodyPr>
          <a:lstStyle>
            <a:lvl1pPr algn="ctr">
              <a:defRPr sz="2000" b="1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Texte court</a:t>
            </a:r>
          </a:p>
        </p:txBody>
      </p:sp>
      <p:sp>
        <p:nvSpPr>
          <p:cNvPr id="21" name="Espace réservé du texte 11"/>
          <p:cNvSpPr>
            <a:spLocks noGrp="1"/>
          </p:cNvSpPr>
          <p:nvPr>
            <p:ph type="body" sz="quarter" idx="35" hasCustomPrompt="1"/>
          </p:nvPr>
        </p:nvSpPr>
        <p:spPr>
          <a:xfrm>
            <a:off x="6279557" y="4751808"/>
            <a:ext cx="2693720" cy="1084083"/>
          </a:xfrm>
          <a:prstGeom prst="rect">
            <a:avLst/>
          </a:prstGeom>
        </p:spPr>
        <p:txBody>
          <a:bodyPr lIns="0" tIns="180000" rIns="0" bIns="180000" anchor="ctr" anchorCtr="0">
            <a:noAutofit/>
          </a:bodyPr>
          <a:lstStyle>
            <a:lvl1pPr algn="ctr">
              <a:defRPr sz="2000" b="1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Texte court</a:t>
            </a:r>
          </a:p>
        </p:txBody>
      </p:sp>
      <p:sp>
        <p:nvSpPr>
          <p:cNvPr id="22" name="Espace réservé du texte 11"/>
          <p:cNvSpPr>
            <a:spLocks noGrp="1"/>
          </p:cNvSpPr>
          <p:nvPr>
            <p:ph type="body" sz="quarter" idx="36" hasCustomPrompt="1"/>
          </p:nvPr>
        </p:nvSpPr>
        <p:spPr>
          <a:xfrm>
            <a:off x="9320694" y="4751808"/>
            <a:ext cx="2693720" cy="1084083"/>
          </a:xfrm>
          <a:prstGeom prst="rect">
            <a:avLst/>
          </a:prstGeom>
        </p:spPr>
        <p:txBody>
          <a:bodyPr lIns="0" tIns="180000" rIns="0" bIns="180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itchFamily="34" charset="0"/>
              <a:buNone/>
              <a:tabLst/>
              <a:defRPr sz="2000" b="1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Texte court</a:t>
            </a:r>
          </a:p>
        </p:txBody>
      </p:sp>
      <p:sp>
        <p:nvSpPr>
          <p:cNvPr id="25" name="Espace réservé du texte 23"/>
          <p:cNvSpPr>
            <a:spLocks noGrp="1"/>
          </p:cNvSpPr>
          <p:nvPr>
            <p:ph type="body" sz="quarter" idx="38" hasCustomPrompt="1"/>
          </p:nvPr>
        </p:nvSpPr>
        <p:spPr>
          <a:xfrm>
            <a:off x="10191599" y="1605411"/>
            <a:ext cx="951910" cy="380480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72000" tIns="36000" rIns="72000" bIns="36000" rtlCol="0" anchor="ctr" anchorCtr="0">
            <a:spAutoFit/>
          </a:bodyPr>
          <a:lstStyle>
            <a:lvl1pPr>
              <a:defRPr kumimoji="0" lang="fr-FR" sz="2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86602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209005" y="188639"/>
            <a:ext cx="11806783" cy="648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lang="fr-FR" dirty="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400"/>
              </a:spcAft>
              <a:buFont typeface="Arial" pitchFamily="34" charset="0"/>
            </a:pPr>
            <a:r>
              <a:rPr lang="fr-FR" dirty="0" smtClean="0"/>
              <a:t>Titre de la diapositive</a:t>
            </a:r>
            <a:endParaRPr lang="fr-FR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21" hasCustomPrompt="1"/>
          </p:nvPr>
        </p:nvSpPr>
        <p:spPr>
          <a:xfrm>
            <a:off x="209005" y="1485143"/>
            <a:ext cx="5400000" cy="3240000"/>
          </a:xfrm>
          <a:prstGeom prst="roundRect">
            <a:avLst>
              <a:gd name="adj" fmla="val 384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rmAutofit/>
          </a:bodyPr>
          <a:lstStyle>
            <a:lvl1pPr>
              <a:defRPr kumimoji="0" lang="fr-FR" sz="1000" b="0" i="0" u="none" strike="noStrike" cap="none" spc="0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Photo</a:t>
            </a:r>
            <a:endParaRPr lang="fr-FR" dirty="0"/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25" hasCustomPrompt="1"/>
          </p:nvPr>
        </p:nvSpPr>
        <p:spPr>
          <a:xfrm>
            <a:off x="182881" y="4725144"/>
            <a:ext cx="5426124" cy="1462382"/>
          </a:xfrm>
          <a:prstGeom prst="rect">
            <a:avLst/>
          </a:prstGeom>
        </p:spPr>
        <p:txBody>
          <a:bodyPr lIns="0" tIns="180000" rIns="0" bIns="180000" anchor="ctr" anchorCtr="0">
            <a:normAutofit/>
          </a:bodyPr>
          <a:lstStyle>
            <a:lvl1pPr algn="ctr">
              <a:defRPr sz="2400" b="1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Texte complémentaire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2437796" y="1230180"/>
            <a:ext cx="942420" cy="380480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72000" tIns="36000" rIns="72000" bIns="36000" rtlCol="0" anchor="ctr" anchorCtr="0">
            <a:spAutoFit/>
          </a:bodyPr>
          <a:lstStyle>
            <a:lvl1pPr>
              <a:defRPr kumimoji="0" lang="fr-FR" sz="2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A</a:t>
            </a:r>
            <a:endParaRPr lang="fr-FR" dirty="0"/>
          </a:p>
        </p:txBody>
      </p:sp>
      <p:sp>
        <p:nvSpPr>
          <p:cNvPr id="17" name="Espace réservé pour une image  2"/>
          <p:cNvSpPr>
            <a:spLocks noGrp="1"/>
          </p:cNvSpPr>
          <p:nvPr>
            <p:ph type="pic" sz="quarter" idx="28" hasCustomPrompt="1"/>
          </p:nvPr>
        </p:nvSpPr>
        <p:spPr>
          <a:xfrm>
            <a:off x="6615788" y="1485143"/>
            <a:ext cx="5400000" cy="3240000"/>
          </a:xfrm>
          <a:prstGeom prst="roundRect">
            <a:avLst>
              <a:gd name="adj" fmla="val 384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>
            <a:normAutofit/>
          </a:bodyPr>
          <a:lstStyle>
            <a:lvl1pPr>
              <a:defRPr kumimoji="0" lang="fr-FR" sz="1000" b="0" i="0" u="none" strike="noStrike" cap="none" spc="0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Photo </a:t>
            </a:r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30" hasCustomPrompt="1"/>
          </p:nvPr>
        </p:nvSpPr>
        <p:spPr>
          <a:xfrm>
            <a:off x="8839835" y="1276376"/>
            <a:ext cx="951909" cy="380480"/>
          </a:xfrm>
          <a:prstGeom prst="rect">
            <a:avLst/>
          </a:prstGeom>
          <a:solidFill>
            <a:schemeClr val="tx2"/>
          </a:solidFill>
          <a:effectLst/>
        </p:spPr>
        <p:txBody>
          <a:bodyPr wrap="none" lIns="72000" tIns="36000" rIns="72000" bIns="36000" anchor="ctr" anchorCtr="0">
            <a:spAutoFit/>
          </a:bodyPr>
          <a:lstStyle>
            <a:lvl1pPr algn="ctr">
              <a:defRPr kumimoji="0" lang="fr-FR" sz="2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Titre B</a:t>
            </a:r>
            <a:endParaRPr lang="fr-FR" dirty="0"/>
          </a:p>
        </p:txBody>
      </p:sp>
      <p:sp>
        <p:nvSpPr>
          <p:cNvPr id="11" name="Espace réservé du texte 11"/>
          <p:cNvSpPr>
            <a:spLocks noGrp="1"/>
          </p:cNvSpPr>
          <p:nvPr>
            <p:ph type="body" sz="quarter" idx="31" hasCustomPrompt="1"/>
          </p:nvPr>
        </p:nvSpPr>
        <p:spPr>
          <a:xfrm>
            <a:off x="6623771" y="4725144"/>
            <a:ext cx="5426124" cy="1462382"/>
          </a:xfrm>
          <a:prstGeom prst="rect">
            <a:avLst/>
          </a:prstGeom>
        </p:spPr>
        <p:txBody>
          <a:bodyPr lIns="0" tIns="180000" rIns="0" bIns="180000" anchor="ctr" anchorCtr="0">
            <a:normAutofit/>
          </a:bodyPr>
          <a:lstStyle>
            <a:lvl1pPr algn="ctr">
              <a:defRPr sz="2400" b="1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smtClean="0"/>
              <a:t>Texte complémentaire</a:t>
            </a:r>
          </a:p>
        </p:txBody>
      </p:sp>
      <p:sp>
        <p:nvSpPr>
          <p:cNvPr id="10" name="Titre 1"/>
          <p:cNvSpPr txBox="1">
            <a:spLocks/>
          </p:cNvSpPr>
          <p:nvPr userDrawn="1"/>
        </p:nvSpPr>
        <p:spPr>
          <a:xfrm>
            <a:off x="194532" y="-1983341"/>
            <a:ext cx="11821256" cy="648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fr-FR" sz="32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Titre de la diapositive</a:t>
            </a:r>
            <a:endParaRPr kumimoji="0" lang="fr-FR" sz="32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45770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pleine page_txt dro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7367328" y="3858972"/>
            <a:ext cx="4824673" cy="492443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180000" tIns="0" rIns="180000" bIns="0" rtlCol="0">
            <a:spAutoFit/>
          </a:bodyPr>
          <a:lstStyle>
            <a:lvl1pPr algn="r"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Une seule phrase choc</a:t>
            </a:r>
            <a:endParaRPr lang="fr-FR" dirty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058150" y="-1660583"/>
            <a:ext cx="4378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Pour insérer une image en arrière plan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Onglet création &gt; mettre en forme l’arrière plan &gt; Remplissage avec image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6" name="Image 3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99280" y="-1685722"/>
            <a:ext cx="3048000" cy="2676525"/>
          </a:xfrm>
          <a:prstGeom prst="rect">
            <a:avLst/>
          </a:prstGeom>
        </p:spPr>
      </p:pic>
      <p:sp>
        <p:nvSpPr>
          <p:cNvPr id="4" name="Espace réservé du texte 3"/>
          <p:cNvSpPr>
            <a:spLocks noGrp="1"/>
          </p:cNvSpPr>
          <p:nvPr>
            <p:ph type="body" sz="quarter" idx="28" hasCustomPrompt="1"/>
          </p:nvPr>
        </p:nvSpPr>
        <p:spPr>
          <a:xfrm>
            <a:off x="5886154" y="4600246"/>
            <a:ext cx="6305848" cy="492443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180000" tIns="0" rIns="180000" bIns="0" rtlCol="0">
            <a:spAutoFit/>
          </a:bodyPr>
          <a:lstStyle>
            <a:lvl1pPr algn="r"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à décomposer en 4 lignes max</a:t>
            </a:r>
            <a:endParaRPr lang="fr-FR" dirty="0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29" hasCustomPrompt="1"/>
          </p:nvPr>
        </p:nvSpPr>
        <p:spPr>
          <a:xfrm>
            <a:off x="7160539" y="5341520"/>
            <a:ext cx="5031461" cy="492443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none" lIns="180000" tIns="0" rIns="180000" bIns="0" rtlCol="0">
            <a:spAutoFit/>
          </a:bodyPr>
          <a:lstStyle>
            <a:lvl1pPr algn="r"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Faire ressortir une ligne</a:t>
            </a:r>
            <a:endParaRPr lang="fr-FR" dirty="0"/>
          </a:p>
        </p:txBody>
      </p:sp>
      <p:sp>
        <p:nvSpPr>
          <p:cNvPr id="10" name="ZoneTexte 9"/>
          <p:cNvSpPr txBox="1"/>
          <p:nvPr userDrawn="1"/>
        </p:nvSpPr>
        <p:spPr>
          <a:xfrm>
            <a:off x="3069749" y="-1649120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Choisir le positionnement des textes (gauche/droit/centre)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selon le sujet de la photo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2509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pleine page_txt gauch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0" y="3858972"/>
            <a:ext cx="4824673" cy="492443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180000" tIns="0" rIns="180000" bIns="0" rtlCol="0">
            <a:spAutoFit/>
          </a:bodyPr>
          <a:lstStyle>
            <a:lvl1pPr algn="l"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Une seule phrase choc</a:t>
            </a:r>
            <a:endParaRPr lang="fr-FR" dirty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058150" y="-1660583"/>
            <a:ext cx="4378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Pour insérer une image en arrière plan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Onglet création &gt; mettre en forme l’arrière plan &gt; Remplissage avec image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6" name="Image 3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99280" y="-1685722"/>
            <a:ext cx="3048000" cy="2676525"/>
          </a:xfrm>
          <a:prstGeom prst="rect">
            <a:avLst/>
          </a:prstGeom>
        </p:spPr>
      </p:pic>
      <p:sp>
        <p:nvSpPr>
          <p:cNvPr id="4" name="Espace réservé du texte 3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4617000"/>
            <a:ext cx="6305848" cy="492443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180000" tIns="0" rIns="180000" bIns="0" rtlCol="0">
            <a:spAutoFit/>
          </a:bodyPr>
          <a:lstStyle>
            <a:lvl1pPr algn="l"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à décomposer en 4 lignes max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29" hasCustomPrompt="1"/>
          </p:nvPr>
        </p:nvSpPr>
        <p:spPr>
          <a:xfrm>
            <a:off x="-1" y="5375027"/>
            <a:ext cx="5031461" cy="492443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none" lIns="180000" tIns="0" rIns="180000" bIns="0" rtlCol="0">
            <a:spAutoFit/>
          </a:bodyPr>
          <a:lstStyle>
            <a:lvl1pPr algn="l"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Faire ressortir une ligne</a:t>
            </a:r>
            <a:endParaRPr lang="fr-FR" dirty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3069749" y="-1649120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Choisir le positionnement des textes (gauche/droit/centre)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selon le sujet de la photo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2909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pleine page_txt cen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3656830" y="2850972"/>
            <a:ext cx="4824673" cy="492443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180000" tIns="0" rIns="180000" bIns="0" rtlCol="0">
            <a:spAutoFit/>
          </a:bodyPr>
          <a:lstStyle>
            <a:lvl1pPr algn="ctr"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Une seule phrase choc</a:t>
            </a:r>
            <a:endParaRPr lang="fr-FR" dirty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058150" y="-1660583"/>
            <a:ext cx="4378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Pour insérer une image en arrière plan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Onglet création &gt; mettre en forme l’arrière plan &gt; Remplissage avec image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6" name="Image 3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99280" y="-1685722"/>
            <a:ext cx="3048000" cy="2676525"/>
          </a:xfrm>
          <a:prstGeom prst="rect">
            <a:avLst/>
          </a:prstGeom>
        </p:spPr>
      </p:pic>
      <p:sp>
        <p:nvSpPr>
          <p:cNvPr id="4" name="Espace réservé du texte 3"/>
          <p:cNvSpPr>
            <a:spLocks noGrp="1"/>
          </p:cNvSpPr>
          <p:nvPr>
            <p:ph type="body" sz="quarter" idx="28" hasCustomPrompt="1"/>
          </p:nvPr>
        </p:nvSpPr>
        <p:spPr>
          <a:xfrm>
            <a:off x="2916242" y="3609000"/>
            <a:ext cx="6305848" cy="492443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180000" tIns="0" rIns="180000" bIns="0" rtlCol="0">
            <a:spAutoFit/>
          </a:bodyPr>
          <a:lstStyle>
            <a:lvl1pPr algn="ctr"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à décomposer en 4 lignes max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29" hasCustomPrompt="1"/>
          </p:nvPr>
        </p:nvSpPr>
        <p:spPr>
          <a:xfrm>
            <a:off x="3553436" y="4367027"/>
            <a:ext cx="5031460" cy="492443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none" lIns="180000" tIns="0" rIns="180000" bIns="0" rtlCol="0">
            <a:spAutoFit/>
          </a:bodyPr>
          <a:lstStyle>
            <a:lvl1pPr algn="ctr"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Faire ressortir une ligne</a:t>
            </a:r>
            <a:endParaRPr lang="fr-FR" dirty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3069749" y="-1649120"/>
            <a:ext cx="483600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Choisir le positionnement des textes (gauche/droit/centre)</a:t>
            </a:r>
            <a:b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fr-F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selon le sujet de la photo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5375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lta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rot="16200000">
            <a:off x="3842381" y="-1491622"/>
            <a:ext cx="4507242" cy="12192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7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171450" y="3913843"/>
            <a:ext cx="5509155" cy="492443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180000" tIns="0" rIns="180000" bIns="0" rtlCol="0">
            <a:spAutoFit/>
          </a:bodyPr>
          <a:lstStyle>
            <a:lvl1pPr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Réalisation mise en valeur</a:t>
            </a:r>
            <a:endParaRPr lang="fr-FR" dirty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058150" y="-1660583"/>
            <a:ext cx="4378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Pour insérer une image en arrière plan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Onglet création &gt; mettre en forme l’arrière plan &gt; Remplissage avec image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6" name="Image 3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99280" y="-1685722"/>
            <a:ext cx="3048000" cy="2676525"/>
          </a:xfrm>
          <a:prstGeom prst="rect">
            <a:avLst/>
          </a:prstGeom>
        </p:spPr>
      </p:pic>
      <p:sp>
        <p:nvSpPr>
          <p:cNvPr id="13" name="Espace réservé du texte 12"/>
          <p:cNvSpPr>
            <a:spLocks noGrp="1"/>
          </p:cNvSpPr>
          <p:nvPr>
            <p:ph type="body" sz="quarter" idx="28" hasCustomPrompt="1"/>
          </p:nvPr>
        </p:nvSpPr>
        <p:spPr>
          <a:xfrm>
            <a:off x="182562" y="4437063"/>
            <a:ext cx="11833226" cy="1866795"/>
          </a:xfrm>
          <a:prstGeom prst="rect">
            <a:avLst/>
          </a:prstGeom>
        </p:spPr>
        <p:txBody>
          <a:bodyPr lIns="0" tIns="180000" rIns="0" bIns="0">
            <a:normAutofit/>
          </a:bodyPr>
          <a:lstStyle>
            <a:lvl1pPr marL="342900" indent="-342900">
              <a:buClr>
                <a:schemeClr val="tx2"/>
              </a:buClr>
              <a:buFont typeface="Avenir LT Std 65 Medium" panose="020B0603020203020204" pitchFamily="34" charset="0"/>
              <a:buChar char="›"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Caractéristiques principales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pic>
        <p:nvPicPr>
          <p:cNvPr id="10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747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27" hasCustomPrompt="1"/>
          </p:nvPr>
        </p:nvSpPr>
        <p:spPr>
          <a:xfrm>
            <a:off x="3879117" y="2309813"/>
            <a:ext cx="4459189" cy="492443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180000" tIns="0" rIns="180000" bIns="0" rtlCol="0">
            <a:spAutoFit/>
          </a:bodyPr>
          <a:lstStyle>
            <a:lvl1pPr algn="ctr"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Slide de conclusion :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28" hasCustomPrompt="1"/>
          </p:nvPr>
        </p:nvSpPr>
        <p:spPr>
          <a:xfrm>
            <a:off x="1623692" y="3067840"/>
            <a:ext cx="8970039" cy="492443"/>
          </a:xfrm>
          <a:prstGeom prst="rect">
            <a:avLst/>
          </a:prstGeom>
          <a:solidFill>
            <a:schemeClr val="tx2"/>
          </a:solidFill>
          <a:effectLst/>
        </p:spPr>
        <p:txBody>
          <a:bodyPr vert="horz" wrap="none" lIns="180000" tIns="0" rIns="180000" bIns="0" rtlCol="0">
            <a:spAutoFit/>
          </a:bodyPr>
          <a:lstStyle>
            <a:lvl1pPr algn="ctr"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Résumer la </a:t>
            </a:r>
            <a:r>
              <a:rPr lang="fr-FR" dirty="0" err="1" smtClean="0"/>
              <a:t>pres</a:t>
            </a:r>
            <a:r>
              <a:rPr lang="fr-FR" dirty="0" smtClean="0"/>
              <a:t> en une seule phrase courte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29" hasCustomPrompt="1"/>
          </p:nvPr>
        </p:nvSpPr>
        <p:spPr>
          <a:xfrm>
            <a:off x="3980106" y="3825867"/>
            <a:ext cx="4257210" cy="492443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none" lIns="180000" tIns="0" rIns="180000" bIns="0" rtlCol="0">
            <a:spAutoFit/>
          </a:bodyPr>
          <a:lstStyle>
            <a:lvl1pPr algn="ctr"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sur 3 à 4 lignes max</a:t>
            </a:r>
            <a:endParaRPr lang="fr-FR" dirty="0"/>
          </a:p>
        </p:txBody>
      </p:sp>
      <p:sp>
        <p:nvSpPr>
          <p:cNvPr id="8" name="Espace réservé du texte 2"/>
          <p:cNvSpPr>
            <a:spLocks noGrp="1"/>
          </p:cNvSpPr>
          <p:nvPr>
            <p:ph type="body" sz="quarter" idx="30" hasCustomPrompt="1"/>
          </p:nvPr>
        </p:nvSpPr>
        <p:spPr>
          <a:xfrm>
            <a:off x="2478092" y="4583895"/>
            <a:ext cx="7261238" cy="492443"/>
          </a:xfrm>
          <a:prstGeom prst="rect">
            <a:avLst/>
          </a:prstGeom>
          <a:solidFill>
            <a:schemeClr val="bg1"/>
          </a:solidFill>
          <a:effectLst/>
        </p:spPr>
        <p:txBody>
          <a:bodyPr vert="horz" wrap="none" lIns="180000" tIns="0" rIns="180000" bIns="0" rtlCol="0">
            <a:spAutoFit/>
          </a:bodyPr>
          <a:lstStyle>
            <a:lvl1pPr algn="ctr">
              <a:defRPr kumimoji="0" lang="fr-FR" sz="32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Roboto" pitchFamily="2" charset="0"/>
                <a:cs typeface="Arial" panose="020B0604020202020204" pitchFamily="34" charset="0"/>
              </a:defRPr>
            </a:lvl1pPr>
          </a:lstStyle>
          <a:p>
            <a:pPr marR="0" lvl="0" algn="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fr-FR" dirty="0" smtClean="0"/>
              <a:t>en faisant ressortir certaines lignes</a:t>
            </a:r>
            <a:endParaRPr lang="fr-FR" dirty="0"/>
          </a:p>
        </p:txBody>
      </p:sp>
      <p:sp>
        <p:nvSpPr>
          <p:cNvPr id="7" name="ZoneTexte 6"/>
          <p:cNvSpPr txBox="1"/>
          <p:nvPr userDrawn="1"/>
        </p:nvSpPr>
        <p:spPr>
          <a:xfrm>
            <a:off x="8058150" y="-1660583"/>
            <a:ext cx="4378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Pour insérer une image en arrière plan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Onglet création &gt; mettre en forme l’arrière plan &gt; Remplissage avec image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99280" y="-1685722"/>
            <a:ext cx="3048000" cy="2676525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004139" y="5770754"/>
            <a:ext cx="2209143" cy="449213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219" y="5856450"/>
            <a:ext cx="1336718" cy="50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1363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62F5FE-77B2-23B0-C532-AEB2E287C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1381125"/>
            <a:ext cx="10728325" cy="45323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023659-435A-02ED-1399-865530A10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26600" y="6344083"/>
            <a:ext cx="1016000" cy="365125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28/10/2022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C35D0C-47E7-5C23-F3E1-F607F10E2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600" y="6344083"/>
            <a:ext cx="8839200" cy="365125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dirty="0"/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08E43D-0343-547B-3EBE-C6B616E5A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9334" y="6344083"/>
            <a:ext cx="693738" cy="365125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7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/>
        </p:nvPicPr>
        <p:blipFill>
          <a:blip r:embed="rId4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pic>
        <p:nvPicPr>
          <p:cNvPr id="10" name="PATTERN CARRE DECAL" hidden="1">
            <a:extLst>
              <a:ext uri="{FF2B5EF4-FFF2-40B4-BE49-F238E27FC236}">
                <a16:creationId xmlns:a16="http://schemas.microsoft.com/office/drawing/2014/main" id="{57B8022F-6BAC-B272-714C-3051A2DF826F}"/>
              </a:ext>
            </a:extLst>
          </p:cNvPr>
          <p:cNvPicPr>
            <a:picLocks noChangeAspect="1"/>
          </p:cNvPicPr>
          <p:nvPr/>
        </p:nvPicPr>
        <p:blipFill rotWithShape="1">
          <a:blip r:embed="rId43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7446433" y="-1"/>
            <a:ext cx="4745567" cy="416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38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96" r:id="rId2"/>
    <p:sldLayoutId id="2147483649" r:id="rId3"/>
    <p:sldLayoutId id="2147483670" r:id="rId4"/>
    <p:sldLayoutId id="2147483664" r:id="rId5"/>
    <p:sldLayoutId id="2147483665" r:id="rId6"/>
    <p:sldLayoutId id="2147483651" r:id="rId7"/>
    <p:sldLayoutId id="2147483683" r:id="rId8"/>
    <p:sldLayoutId id="2147483678" r:id="rId9"/>
    <p:sldLayoutId id="2147483676" r:id="rId10"/>
    <p:sldLayoutId id="2147483650" r:id="rId11"/>
    <p:sldLayoutId id="2147483666" r:id="rId12"/>
    <p:sldLayoutId id="2147483669" r:id="rId13"/>
    <p:sldLayoutId id="2147483653" r:id="rId14"/>
    <p:sldLayoutId id="2147483685" r:id="rId15"/>
    <p:sldLayoutId id="2147483684" r:id="rId16"/>
    <p:sldLayoutId id="2147483671" r:id="rId17"/>
    <p:sldLayoutId id="2147483690" r:id="rId18"/>
    <p:sldLayoutId id="2147483672" r:id="rId19"/>
    <p:sldLayoutId id="2147483687" r:id="rId20"/>
    <p:sldLayoutId id="2147483686" r:id="rId21"/>
    <p:sldLayoutId id="2147483654" r:id="rId22"/>
    <p:sldLayoutId id="2147483655" r:id="rId23"/>
    <p:sldLayoutId id="2147483691" r:id="rId24"/>
    <p:sldLayoutId id="2147483692" r:id="rId25"/>
    <p:sldLayoutId id="2147483667" r:id="rId26"/>
    <p:sldLayoutId id="2147483673" r:id="rId27"/>
    <p:sldLayoutId id="2147483674" r:id="rId28"/>
    <p:sldLayoutId id="2147483675" r:id="rId29"/>
    <p:sldLayoutId id="2147483681" r:id="rId30"/>
    <p:sldLayoutId id="2147483682" r:id="rId31"/>
    <p:sldLayoutId id="2147483693" r:id="rId32"/>
    <p:sldLayoutId id="2147483688" r:id="rId33"/>
    <p:sldLayoutId id="2147483689" r:id="rId34"/>
    <p:sldLayoutId id="2147483695" r:id="rId35"/>
    <p:sldLayoutId id="2147483697" r:id="rId36"/>
    <p:sldLayoutId id="2147483698" r:id="rId37"/>
    <p:sldLayoutId id="2147483662" r:id="rId38"/>
    <p:sldLayoutId id="2147483694" r:id="rId39"/>
    <p:sldLayoutId id="2147483668" r:id="rId4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Clr>
          <a:schemeClr val="tx2"/>
        </a:buClr>
        <a:buSzPct val="9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274638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08038" indent="-266700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74738" indent="-266700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459">
          <p15:clr>
            <a:srgbClr val="F26B43"/>
          </p15:clr>
        </p15:guide>
        <p15:guide id="2" orient="horz" pos="3861">
          <p15:clr>
            <a:srgbClr val="F26B43"/>
          </p15:clr>
        </p15:guide>
        <p15:guide id="3" pos="461">
          <p15:clr>
            <a:srgbClr val="F26B43"/>
          </p15:clr>
        </p15:guide>
        <p15:guide id="4" pos="7219">
          <p15:clr>
            <a:srgbClr val="F26B43"/>
          </p15:clr>
        </p15:guide>
        <p15:guide id="7" orient="horz" pos="372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14036"/>
            <a:ext cx="10836275" cy="8718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62F5FE-77B2-23B0-C532-AEB2E287C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381125"/>
            <a:ext cx="10836275" cy="4532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023659-435A-02ED-1399-865530A10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26600" y="6343650"/>
            <a:ext cx="101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28/10/2022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C35D0C-47E7-5C23-F3E1-F607F10E2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600" y="6343650"/>
            <a:ext cx="883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Exemple de pied de page (A modifier dans l'onglet "Insertion"/"En-tête/Pied"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08E43D-0343-547B-3EBE-C6B616E5A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9334" y="6343650"/>
            <a:ext cx="6937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C77A0-1F4E-42FF-9FFC-F45C3A64AF90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E5001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E5001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pic>
        <p:nvPicPr>
          <p:cNvPr id="10" name="PATTERN CARRE DECAL" hidden="1">
            <a:extLst>
              <a:ext uri="{FF2B5EF4-FFF2-40B4-BE49-F238E27FC236}">
                <a16:creationId xmlns:a16="http://schemas.microsoft.com/office/drawing/2014/main" id="{57B8022F-6BAC-B272-714C-3051A2DF82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3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7446433" y="-1"/>
            <a:ext cx="4745567" cy="416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1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Clr>
          <a:schemeClr val="tx2"/>
        </a:buClr>
        <a:buSzPct val="9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274638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08038" indent="-266700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74738" indent="-266700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459">
          <p15:clr>
            <a:srgbClr val="F26B43"/>
          </p15:clr>
        </p15:guide>
        <p15:guide id="2" orient="horz" pos="3861">
          <p15:clr>
            <a:srgbClr val="F26B43"/>
          </p15:clr>
        </p15:guide>
        <p15:guide id="3" pos="461">
          <p15:clr>
            <a:srgbClr val="F26B43"/>
          </p15:clr>
        </p15:guide>
        <p15:guide id="4" pos="7219">
          <p15:clr>
            <a:srgbClr val="F26B43"/>
          </p15:clr>
        </p15:guide>
        <p15:guide id="5" pos="393">
          <p15:clr>
            <a:srgbClr val="F26B43"/>
          </p15:clr>
        </p15:guide>
        <p15:guide id="6" pos="7333">
          <p15:clr>
            <a:srgbClr val="F26B43"/>
          </p15:clr>
        </p15:guide>
        <p15:guide id="7" orient="horz" pos="372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7.png"/><Relationship Id="rId7" Type="http://schemas.openxmlformats.org/officeDocument/2006/relationships/image" Target="../media/image25.png"/><Relationship Id="rId12" Type="http://schemas.openxmlformats.org/officeDocument/2006/relationships/image" Target="../media/image2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0.png"/><Relationship Id="rId11" Type="http://schemas.openxmlformats.org/officeDocument/2006/relationships/image" Target="../media/image27.png"/><Relationship Id="rId10" Type="http://schemas.openxmlformats.org/officeDocument/2006/relationships/image" Target="../media/image52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90.png"/><Relationship Id="rId18" Type="http://schemas.openxmlformats.org/officeDocument/2006/relationships/image" Target="../media/image430.png"/><Relationship Id="rId3" Type="http://schemas.openxmlformats.org/officeDocument/2006/relationships/image" Target="../media/image310.png"/><Relationship Id="rId7" Type="http://schemas.openxmlformats.org/officeDocument/2006/relationships/image" Target="../media/image341.png"/><Relationship Id="rId12" Type="http://schemas.openxmlformats.org/officeDocument/2006/relationships/image" Target="../media/image360.png"/><Relationship Id="rId17" Type="http://schemas.openxmlformats.org/officeDocument/2006/relationships/image" Target="../media/image4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1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1.png"/><Relationship Id="rId5" Type="http://schemas.openxmlformats.org/officeDocument/2006/relationships/image" Target="../media/image33.png"/><Relationship Id="rId15" Type="http://schemas.openxmlformats.org/officeDocument/2006/relationships/image" Target="../media/image380.png"/><Relationship Id="rId10" Type="http://schemas.openxmlformats.org/officeDocument/2006/relationships/image" Target="../media/image29.png"/><Relationship Id="rId19" Type="http://schemas.openxmlformats.org/officeDocument/2006/relationships/image" Target="../media/image30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38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26" Type="http://schemas.openxmlformats.org/officeDocument/2006/relationships/image" Target="../media/image301.png"/><Relationship Id="rId3" Type="http://schemas.openxmlformats.org/officeDocument/2006/relationships/image" Target="../media/image29.png"/><Relationship Id="rId21" Type="http://schemas.openxmlformats.org/officeDocument/2006/relationships/image" Target="../media/image59.png"/><Relationship Id="rId7" Type="http://schemas.openxmlformats.org/officeDocument/2006/relationships/image" Target="../media/image450.png"/><Relationship Id="rId12" Type="http://schemas.openxmlformats.org/officeDocument/2006/relationships/image" Target="../media/image500.png"/><Relationship Id="rId17" Type="http://schemas.openxmlformats.org/officeDocument/2006/relationships/image" Target="../media/image55.png"/><Relationship Id="rId25" Type="http://schemas.openxmlformats.org/officeDocument/2006/relationships/image" Target="../media/image6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40.png"/><Relationship Id="rId11" Type="http://schemas.openxmlformats.org/officeDocument/2006/relationships/image" Target="../media/image490.png"/><Relationship Id="rId24" Type="http://schemas.openxmlformats.org/officeDocument/2006/relationships/image" Target="../media/image291.png"/><Relationship Id="rId5" Type="http://schemas.openxmlformats.org/officeDocument/2006/relationships/image" Target="../media/image400.png"/><Relationship Id="rId15" Type="http://schemas.openxmlformats.org/officeDocument/2006/relationships/image" Target="../media/image53.png"/><Relationship Id="rId23" Type="http://schemas.openxmlformats.org/officeDocument/2006/relationships/image" Target="../media/image281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30.png"/><Relationship Id="rId9" Type="http://schemas.openxmlformats.org/officeDocument/2006/relationships/image" Target="../media/image470.png"/><Relationship Id="rId14" Type="http://schemas.openxmlformats.org/officeDocument/2006/relationships/image" Target="../media/image520.png"/><Relationship Id="rId22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8" Type="http://schemas.openxmlformats.org/officeDocument/2006/relationships/image" Target="../media/image33.emf"/><Relationship Id="rId3" Type="http://schemas.openxmlformats.org/officeDocument/2006/relationships/image" Target="../media/image29.png"/><Relationship Id="rId21" Type="http://schemas.openxmlformats.org/officeDocument/2006/relationships/image" Target="../media/image71.png"/><Relationship Id="rId7" Type="http://schemas.openxmlformats.org/officeDocument/2006/relationships/image" Target="../media/image68.png"/><Relationship Id="rId17" Type="http://schemas.openxmlformats.org/officeDocument/2006/relationships/image" Target="../media/image32.e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00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7.png"/><Relationship Id="rId11" Type="http://schemas.openxmlformats.org/officeDocument/2006/relationships/image" Target="../media/image290.png"/><Relationship Id="rId5" Type="http://schemas.openxmlformats.org/officeDocument/2006/relationships/image" Target="../media/image66.png"/><Relationship Id="rId15" Type="http://schemas.openxmlformats.org/officeDocument/2006/relationships/image" Target="../media/image75.png"/><Relationship Id="rId10" Type="http://schemas.openxmlformats.org/officeDocument/2006/relationships/image" Target="../media/image280.png"/><Relationship Id="rId19" Type="http://schemas.openxmlformats.org/officeDocument/2006/relationships/image" Target="../media/image34.png"/><Relationship Id="rId4" Type="http://schemas.openxmlformats.org/officeDocument/2006/relationships/image" Target="../media/image65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Relationship Id="rId22" Type="http://schemas.openxmlformats.org/officeDocument/2006/relationships/image" Target="../media/image7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61075" y="3069000"/>
            <a:ext cx="10764162" cy="1587501"/>
          </a:xfrm>
        </p:spPr>
        <p:txBody>
          <a:bodyPr/>
          <a:lstStyle/>
          <a:p>
            <a:pPr algn="ctr"/>
            <a:r>
              <a:rPr lang="en-US" sz="4000" dirty="0" smtClean="0"/>
              <a:t>Performance of CF-</a:t>
            </a:r>
            <a:r>
              <a:rPr lang="en-US" sz="4000" dirty="0" err="1" smtClean="0"/>
              <a:t>mMIMO</a:t>
            </a:r>
            <a:r>
              <a:rPr lang="en-US" sz="4000" dirty="0" smtClean="0"/>
              <a:t> systems under HWIs</a:t>
            </a:r>
            <a:r>
              <a:rPr lang="fr-FR" sz="4000" dirty="0"/>
              <a:t/>
            </a:r>
            <a:br>
              <a:rPr lang="fr-FR" sz="4000" dirty="0"/>
            </a:br>
            <a:endParaRPr lang="en-US" sz="40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396000" y="5196501"/>
            <a:ext cx="5294312" cy="867501"/>
          </a:xfrm>
        </p:spPr>
        <p:txBody>
          <a:bodyPr/>
          <a:lstStyle/>
          <a:p>
            <a:pPr algn="ctr"/>
            <a:r>
              <a:rPr lang="fr-FR" sz="1500" dirty="0" smtClean="0"/>
              <a:t>02/07/2023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13028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11422527" y="6479948"/>
            <a:ext cx="693738" cy="365125"/>
          </a:xfrm>
        </p:spPr>
        <p:txBody>
          <a:bodyPr/>
          <a:lstStyle/>
          <a:p>
            <a:fld id="{0CBC77A0-1F4E-42FF-9FFC-F45C3A64AF90}" type="slidenum">
              <a:rPr lang="fr-FR" smtClean="0"/>
              <a:t>2</a:t>
            </a:fld>
            <a:endParaRPr lang="fr-FR" dirty="0"/>
          </a:p>
        </p:txBody>
      </p:sp>
      <p:grpSp>
        <p:nvGrpSpPr>
          <p:cNvPr id="6" name="Groupe 5"/>
          <p:cNvGrpSpPr/>
          <p:nvPr/>
        </p:nvGrpSpPr>
        <p:grpSpPr>
          <a:xfrm>
            <a:off x="2477137" y="1567267"/>
            <a:ext cx="3493323" cy="702535"/>
            <a:chOff x="1338451" y="1809531"/>
            <a:chExt cx="3493323" cy="702535"/>
          </a:xfrm>
        </p:grpSpPr>
        <p:sp>
          <p:nvSpPr>
            <p:cNvPr id="5" name="Rectangle 4"/>
            <p:cNvSpPr/>
            <p:nvPr/>
          </p:nvSpPr>
          <p:spPr>
            <a:xfrm>
              <a:off x="1905379" y="2042161"/>
              <a:ext cx="2266702" cy="46990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44000" rtlCol="0" anchor="ctr">
              <a:spAutoFit/>
            </a:bodyPr>
            <a:lstStyle/>
            <a:p>
              <a:pPr algn="ctr"/>
              <a:r>
                <a:rPr lang="en-GB" sz="1400" dirty="0" smtClean="0">
                  <a:solidFill>
                    <a:schemeClr val="tx1"/>
                  </a:solidFill>
                </a:rPr>
                <a:t>Non-linear function</a:t>
              </a:r>
            </a:p>
          </p:txBody>
        </p:sp>
        <p:cxnSp>
          <p:nvCxnSpPr>
            <p:cNvPr id="7" name="Connecteur droit 6"/>
            <p:cNvCxnSpPr/>
            <p:nvPr/>
          </p:nvCxnSpPr>
          <p:spPr>
            <a:xfrm flipH="1">
              <a:off x="1338451" y="2285871"/>
              <a:ext cx="566928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/>
            <p:cNvCxnSpPr/>
            <p:nvPr/>
          </p:nvCxnSpPr>
          <p:spPr>
            <a:xfrm flipH="1">
              <a:off x="4166063" y="2278641"/>
              <a:ext cx="665711" cy="82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ZoneTexte 8"/>
            <p:cNvSpPr txBox="1"/>
            <p:nvPr/>
          </p:nvSpPr>
          <p:spPr>
            <a:xfrm>
              <a:off x="1409505" y="18154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x</a:t>
              </a:r>
              <a:endParaRPr lang="en-GB" dirty="0"/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4376006" y="180953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y</a:t>
              </a:r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/>
              <p:cNvSpPr txBox="1"/>
              <p:nvPr/>
            </p:nvSpPr>
            <p:spPr>
              <a:xfrm>
                <a:off x="2311105" y="4330728"/>
                <a:ext cx="15325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105" y="4330728"/>
                <a:ext cx="1532535" cy="369332"/>
              </a:xfrm>
              <a:prstGeom prst="rect">
                <a:avLst/>
              </a:prstGeom>
              <a:blipFill>
                <a:blip r:embed="rId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ZoneTexte 22"/>
          <p:cNvSpPr txBox="1"/>
          <p:nvPr/>
        </p:nvSpPr>
        <p:spPr>
          <a:xfrm>
            <a:off x="617262" y="1195761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x = OFDM signals</a:t>
            </a:r>
            <a:endParaRPr lang="en-GB" dirty="0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3"/>
          <a:srcRect l="6616"/>
          <a:stretch/>
        </p:blipFill>
        <p:spPr>
          <a:xfrm>
            <a:off x="695998" y="1645171"/>
            <a:ext cx="1715739" cy="12940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1" name="ZoneTexte 60"/>
              <p:cNvSpPr txBox="1"/>
              <p:nvPr/>
            </p:nvSpPr>
            <p:spPr>
              <a:xfrm>
                <a:off x="594608" y="3567775"/>
                <a:ext cx="6218691" cy="6706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rgbClr val="B8142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fr-F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of </a:t>
                </a:r>
                <a:r>
                  <a:rPr lang="fr-FR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</a:t>
                </a:r>
                <a:r>
                  <a:rPr lang="fr-FR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ideal</a:t>
                </a:r>
                <a:r>
                  <a:rPr lang="fr-FR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hardware </a:t>
                </a:r>
                <a:r>
                  <a:rPr lang="fr-FR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fr-F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scaled</a:t>
                </a:r>
                <a:r>
                  <a:rPr lang="fr-F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version of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fr-F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input plus </a:t>
                </a:r>
                <a:r>
                  <a:rPr lang="fr-FR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distrotion</a:t>
                </a:r>
                <a:r>
                  <a:rPr lang="fr-F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fr-F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</a:t>
                </a:r>
                <a:r>
                  <a:rPr lang="fr-F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fr-FR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not </a:t>
                </a:r>
                <a:r>
                  <a:rPr lang="fr-FR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correlated</a:t>
                </a:r>
                <a:r>
                  <a:rPr lang="fr-FR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</a:t>
                </a:r>
                <a:r>
                  <a:rPr lang="fr-F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fr-F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ZoneTexte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08" y="3567775"/>
                <a:ext cx="6218691" cy="670696"/>
              </a:xfrm>
              <a:prstGeom prst="rect">
                <a:avLst/>
              </a:prstGeom>
              <a:blipFill>
                <a:blip r:embed="rId4"/>
                <a:stretch>
                  <a:fillRect l="-783" t="-3571" r="-685" b="-8929"/>
                </a:stretch>
              </a:blipFill>
              <a:ln>
                <a:solidFill>
                  <a:srgbClr val="B8142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ZoneTexte 61"/>
          <p:cNvSpPr txBox="1"/>
          <p:nvPr/>
        </p:nvSpPr>
        <p:spPr>
          <a:xfrm>
            <a:off x="580151" y="3156915"/>
            <a:ext cx="245875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b="1" dirty="0" err="1" smtClean="0"/>
              <a:t>Bussgang’s</a:t>
            </a:r>
            <a:r>
              <a:rPr lang="fr-FR" b="1" dirty="0" smtClean="0"/>
              <a:t> </a:t>
            </a:r>
            <a:r>
              <a:rPr lang="fr-FR" b="1" dirty="0" err="1" smtClean="0"/>
              <a:t>theorem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6816000" y="6240646"/>
                <a:ext cx="4003981" cy="2879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|²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|²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fr-FR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fr-F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fr-F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GB" dirty="0" smtClean="0"/>
                  <a:t> ?</a:t>
                </a:r>
                <a:endParaRPr lang="en-GB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6240646"/>
                <a:ext cx="4003981" cy="287964"/>
              </a:xfrm>
              <a:prstGeom prst="rect">
                <a:avLst/>
              </a:prstGeom>
              <a:blipFill>
                <a:blip r:embed="rId5"/>
                <a:stretch>
                  <a:fillRect l="-1522" t="-23404" r="-2588" b="-48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6818513" y="5396387"/>
                <a:ext cx="1907702" cy="6420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sSup>
                                <m:sSupPr>
                                  <m:ctrlPr>
                                    <a:rPr lang="fr-F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 ?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513" y="5396387"/>
                <a:ext cx="1907702" cy="6420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ZoneTexte 79"/>
              <p:cNvSpPr txBox="1"/>
              <p:nvPr/>
            </p:nvSpPr>
            <p:spPr>
              <a:xfrm>
                <a:off x="1190328" y="4721897"/>
                <a:ext cx="51675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i="1" dirty="0" smtClean="0"/>
                  <a:t>Scaled input (</a:t>
                </a:r>
                <a14:m>
                  <m:oMath xmlns:m="http://schemas.openxmlformats.org/officeDocument/2006/math">
                    <m:r>
                      <a:rPr lang="en-GB" sz="1600" b="1" i="1" dirty="0" smtClean="0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GB" sz="1600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6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600" b="1" i="1" dirty="0" smtClean="0"/>
                  <a:t>) + uncorrelated distortion (</a:t>
                </a:r>
                <a14:m>
                  <m:oMath xmlns:m="http://schemas.openxmlformats.org/officeDocument/2006/math">
                    <m:r>
                      <a:rPr lang="en-GB" sz="1600" b="1" i="1" dirty="0" smtClean="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GB" sz="1600" b="1" i="1" dirty="0" smtClean="0"/>
                  <a:t>)</a:t>
                </a:r>
                <a:endParaRPr lang="en-GB" sz="1600" b="1" i="1" dirty="0"/>
              </a:p>
            </p:txBody>
          </p:sp>
        </mc:Choice>
        <mc:Fallback xmlns="">
          <p:sp>
            <p:nvSpPr>
              <p:cNvPr id="80" name="ZoneTexte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328" y="4721897"/>
                <a:ext cx="5167503" cy="338554"/>
              </a:xfrm>
              <a:prstGeom prst="rect">
                <a:avLst/>
              </a:prstGeom>
              <a:blipFill>
                <a:blip r:embed="rId9"/>
                <a:stretch>
                  <a:fillRect l="-590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ZoneTexte 80"/>
              <p:cNvSpPr txBox="1"/>
              <p:nvPr/>
            </p:nvSpPr>
            <p:spPr>
              <a:xfrm>
                <a:off x="766198" y="5485246"/>
                <a:ext cx="5595536" cy="934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R"/>
                </a:pPr>
                <a:r>
                  <a:rPr lang="fr-FR" dirty="0" err="1" smtClean="0"/>
                  <a:t>Apply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distortions</a:t>
                </a:r>
                <a:r>
                  <a:rPr lang="fr-FR" dirty="0" smtClean="0"/>
                  <a:t> model (for PA or DAC) on signal → </a:t>
                </a:r>
                <a:r>
                  <a:rPr lang="fr-FR" dirty="0" err="1" smtClean="0"/>
                  <a:t>we</a:t>
                </a:r>
                <a:r>
                  <a:rPr lang="fr-FR" dirty="0" smtClean="0"/>
                  <a:t> have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fr-FR" dirty="0" smtClean="0"/>
                  <a:t> and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fr-FR" dirty="0" smtClean="0"/>
              </a:p>
              <a:p>
                <a:r>
                  <a:rPr lang="fr-FR" dirty="0" smtClean="0"/>
                  <a:t>2) </a:t>
                </a:r>
                <a:r>
                  <a:rPr lang="fr-FR" dirty="0" err="1" smtClean="0"/>
                  <a:t>Find</a:t>
                </a: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/>
                  <a:t> </a:t>
                </a:r>
                <a:r>
                  <a:rPr lang="fr-FR" dirty="0" smtClean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fr-FR" dirty="0" smtClean="0"/>
                  <a:t> </a:t>
                </a:r>
                <a:r>
                  <a:rPr lang="fr-FR" dirty="0" err="1" smtClean="0"/>
                  <a:t>using</a:t>
                </a:r>
                <a:r>
                  <a:rPr lang="fr-FR" dirty="0" smtClean="0"/>
                  <a:t> the formulas :</a:t>
                </a:r>
                <a:endParaRPr lang="fr-FR" dirty="0"/>
              </a:p>
            </p:txBody>
          </p:sp>
        </mc:Choice>
        <mc:Fallback xmlns="">
          <p:sp>
            <p:nvSpPr>
              <p:cNvPr id="81" name="ZoneTexte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98" y="5485246"/>
                <a:ext cx="5595536" cy="934295"/>
              </a:xfrm>
              <a:prstGeom prst="rect">
                <a:avLst/>
              </a:prstGeom>
              <a:blipFill>
                <a:blip r:embed="rId10"/>
                <a:stretch>
                  <a:fillRect l="-980" t="-3922" r="-218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5727688" y="160709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6364500" y="4870302"/>
                <a:ext cx="5435847" cy="3802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b="1" i="1" dirty="0" smtClean="0">
                    <a:solidFill>
                      <a:schemeClr val="tx2"/>
                    </a:solidFill>
                  </a:rPr>
                  <a:t>How to find analytic expressions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fr-FR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b="1" i="1" dirty="0" smtClean="0">
                    <a:solidFill>
                      <a:schemeClr val="tx2"/>
                    </a:solidFill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FR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fr-FR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GB" b="1" i="1" dirty="0" smtClean="0">
                    <a:solidFill>
                      <a:schemeClr val="tx2"/>
                    </a:solidFill>
                  </a:rPr>
                  <a:t> ? </a:t>
                </a:r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500" y="4870302"/>
                <a:ext cx="5435847" cy="380297"/>
              </a:xfrm>
              <a:prstGeom prst="rect">
                <a:avLst/>
              </a:prstGeom>
              <a:blipFill>
                <a:blip r:embed="rId11"/>
                <a:stretch>
                  <a:fillRect l="-897" t="-6452" r="-112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itre 5"/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anchorCtr="0"/>
          <a:lstStyle/>
          <a:p>
            <a:pPr algn="ctr"/>
            <a:r>
              <a:rPr lang="fr-FR" dirty="0" err="1" smtClean="0"/>
              <a:t>Bussgang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0725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11422527" y="6479948"/>
            <a:ext cx="693738" cy="365125"/>
          </a:xfrm>
        </p:spPr>
        <p:txBody>
          <a:bodyPr/>
          <a:lstStyle/>
          <a:p>
            <a:fld id="{0CBC77A0-1F4E-42FF-9FFC-F45C3A64AF90}" type="slidenum">
              <a:rPr lang="fr-FR" smtClean="0"/>
              <a:t>3</a:t>
            </a:fld>
            <a:endParaRPr lang="fr-FR" dirty="0"/>
          </a:p>
        </p:txBody>
      </p:sp>
      <p:sp>
        <p:nvSpPr>
          <p:cNvPr id="27" name="Titre 5"/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anchorCtr="0"/>
          <a:lstStyle/>
          <a:p>
            <a:pPr algn="ctr"/>
            <a:r>
              <a:rPr lang="en-US" dirty="0"/>
              <a:t>Polynomial approximation of the nonlinear distortion</a:t>
            </a:r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7" y="1541612"/>
            <a:ext cx="4284163" cy="92274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837" y="2756149"/>
            <a:ext cx="10690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where g[.] is the HPA transfer function and </a:t>
            </a:r>
            <a:r>
              <a:rPr lang="en-US" dirty="0">
                <a:solidFill>
                  <a:srgbClr val="FF0000"/>
                </a:solidFill>
              </a:rPr>
              <a:t>A(.)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P(.) </a:t>
            </a:r>
            <a:r>
              <a:rPr lang="en-US" dirty="0"/>
              <a:t>denote the HPA </a:t>
            </a:r>
            <a:r>
              <a:rPr lang="en-US" dirty="0">
                <a:solidFill>
                  <a:srgbClr val="FF0000"/>
                </a:solidFill>
              </a:rPr>
              <a:t>AM/AM</a:t>
            </a:r>
            <a:r>
              <a:rPr lang="en-US" dirty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AM/PM</a:t>
            </a:r>
            <a:r>
              <a:rPr lang="en-US" dirty="0" smtClean="0"/>
              <a:t> conversions</a:t>
            </a:r>
            <a:r>
              <a:rPr lang="en-US" dirty="0"/>
              <a:t>, respectively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837" y="3601536"/>
            <a:ext cx="107283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P</a:t>
            </a:r>
            <a:r>
              <a:rPr lang="en-US" dirty="0" smtClean="0"/>
              <a:t>olynomial </a:t>
            </a:r>
            <a:r>
              <a:rPr lang="en-US" dirty="0"/>
              <a:t>approximation </a:t>
            </a:r>
            <a:r>
              <a:rPr lang="en-US" dirty="0" smtClean="0"/>
              <a:t>in order </a:t>
            </a:r>
            <a:r>
              <a:rPr lang="en-US" dirty="0"/>
              <a:t>to estimate the nonlinear HPA. In this case, </a:t>
            </a:r>
            <a:r>
              <a:rPr lang="en-US" dirty="0" smtClean="0"/>
              <a:t>the output </a:t>
            </a:r>
            <a:r>
              <a:rPr lang="en-US" dirty="0"/>
              <a:t>of HPA can be represented by</a:t>
            </a: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7" y="4529853"/>
            <a:ext cx="4476752" cy="1059147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94" y="5589000"/>
            <a:ext cx="17145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98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anchorCtr="0"/>
          <a:lstStyle/>
          <a:p>
            <a:pPr algn="ctr"/>
            <a:r>
              <a:rPr lang="en-US" dirty="0" smtClean="0"/>
              <a:t>AM/AM </a:t>
            </a:r>
            <a:r>
              <a:rPr lang="en-US" dirty="0"/>
              <a:t>characteristics</a:t>
            </a:r>
            <a:endParaRPr lang="fr-FR" dirty="0"/>
          </a:p>
        </p:txBody>
      </p:sp>
      <p:pic>
        <p:nvPicPr>
          <p:cNvPr id="3" name="Espace réservé du contenu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6000" y="1809000"/>
            <a:ext cx="5928571" cy="422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616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645430" y="6300082"/>
            <a:ext cx="10791261" cy="39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1050" dirty="0" smtClean="0"/>
              <a:t>[3] </a:t>
            </a:r>
            <a:r>
              <a:rPr lang="en-GB" sz="900" dirty="0"/>
              <a:t>R. </a:t>
            </a:r>
            <a:r>
              <a:rPr lang="en-GB" sz="900" dirty="0" err="1"/>
              <a:t>Zayani</a:t>
            </a:r>
            <a:r>
              <a:rPr lang="en-GB" sz="900" dirty="0"/>
              <a:t>, </a:t>
            </a:r>
            <a:r>
              <a:rPr lang="en-GB" sz="900" dirty="0" smtClean="0"/>
              <a:t>et al., </a:t>
            </a:r>
            <a:r>
              <a:rPr lang="en-GB" sz="900" dirty="0"/>
              <a:t>"Local PAPR-Aware Precoding for Energy-Efficient Cell-Free Massive MIMO-OFDM Systems," in </a:t>
            </a:r>
            <a:r>
              <a:rPr lang="en-GB" sz="900" i="1" dirty="0"/>
              <a:t>IEEE Transactions on Green Communications and Networking</a:t>
            </a:r>
            <a:r>
              <a:rPr lang="en-GB" sz="900" dirty="0"/>
              <a:t>, vol. 7, no. 3, pp. 1267-1284, Sept. 2023, </a:t>
            </a:r>
            <a:r>
              <a:rPr lang="en-GB" sz="900" dirty="0" err="1"/>
              <a:t>doi</a:t>
            </a:r>
            <a:r>
              <a:rPr lang="en-GB" sz="900" dirty="0"/>
              <a:t>: 10.1109/TGCN.2023.3257482</a:t>
            </a:r>
            <a:endParaRPr lang="en-GB" sz="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oneTexte 49"/>
              <p:cNvSpPr txBox="1"/>
              <p:nvPr/>
            </p:nvSpPr>
            <p:spPr>
              <a:xfrm>
                <a:off x="5628458" y="1466597"/>
                <a:ext cx="15325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0" name="ZoneTexte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458" y="1466597"/>
                <a:ext cx="1532535" cy="369332"/>
              </a:xfrm>
              <a:prstGeom prst="rect">
                <a:avLst/>
              </a:prstGeom>
              <a:blipFill>
                <a:blip r:embed="rId2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11422527" y="6479948"/>
            <a:ext cx="693738" cy="365125"/>
          </a:xfrm>
        </p:spPr>
        <p:txBody>
          <a:bodyPr/>
          <a:lstStyle/>
          <a:p>
            <a:fld id="{0CBC77A0-1F4E-42FF-9FFC-F45C3A64AF90}" type="slidenum">
              <a:rPr lang="fr-FR" smtClean="0"/>
              <a:t>5</a:t>
            </a:fld>
            <a:endParaRPr lang="fr-FR" dirty="0"/>
          </a:p>
        </p:txBody>
      </p:sp>
      <p:sp>
        <p:nvSpPr>
          <p:cNvPr id="23" name="Triangle isocèle 22"/>
          <p:cNvSpPr/>
          <p:nvPr/>
        </p:nvSpPr>
        <p:spPr>
          <a:xfrm rot="5400000">
            <a:off x="4928643" y="1576328"/>
            <a:ext cx="612833" cy="511970"/>
          </a:xfrm>
          <a:prstGeom prst="triangle">
            <a:avLst/>
          </a:prstGeom>
          <a:solidFill>
            <a:srgbClr val="E60019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/>
              <p:cNvSpPr txBox="1"/>
              <p:nvPr/>
            </p:nvSpPr>
            <p:spPr>
              <a:xfrm>
                <a:off x="2547268" y="3006493"/>
                <a:ext cx="2912464" cy="871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  <m:e>
                          <m:sSub>
                            <m:sSubPr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fr-FR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fr-FR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ZoneTexte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268" y="3006493"/>
                <a:ext cx="2912464" cy="8712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572196" y="2514928"/>
            <a:ext cx="108423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nonlinear behavior of the PA can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modeled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following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full-rank polynomial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2196" y="4005830"/>
            <a:ext cx="105386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closed-form expressions for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 distortion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in terms of the model PA parameters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</a:t>
            </a:r>
          </a:p>
        </p:txBody>
      </p:sp>
      <p:cxnSp>
        <p:nvCxnSpPr>
          <p:cNvPr id="14" name="Connecteur droit 13"/>
          <p:cNvCxnSpPr>
            <a:stCxn id="23" idx="3"/>
          </p:cNvCxnSpPr>
          <p:nvPr/>
        </p:nvCxnSpPr>
        <p:spPr>
          <a:xfrm flipH="1" flipV="1">
            <a:off x="3947670" y="1832313"/>
            <a:ext cx="1031405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/>
          <p:cNvCxnSpPr/>
          <p:nvPr/>
        </p:nvCxnSpPr>
        <p:spPr>
          <a:xfrm flipH="1" flipV="1">
            <a:off x="5491045" y="1832239"/>
            <a:ext cx="1031405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869292" y="1431524"/>
                <a:ext cx="3792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292" y="1431524"/>
                <a:ext cx="37920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Picture 2" descr="Power amplifier transfer function (Hassan et al. 2010) | Download  Scientific Diagram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452" y="1341029"/>
            <a:ext cx="4325696" cy="2737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638928" y="4380160"/>
                <a:ext cx="2574103" cy="6490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5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5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  <m:e>
                          <m:d>
                            <m:dPr>
                              <m:ctrlP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sSub>
                            <m:sSubPr>
                              <m:ctrlP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sz="1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fr-FR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15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fr-FR" sz="15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5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28" y="4380160"/>
                <a:ext cx="2574103" cy="6490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2202" y="4343072"/>
            <a:ext cx="6134100" cy="723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/>
              <p:cNvSpPr txBox="1"/>
              <p:nvPr/>
            </p:nvSpPr>
            <p:spPr>
              <a:xfrm>
                <a:off x="630108" y="5015609"/>
                <a:ext cx="9605892" cy="6869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5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5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  <m:e>
                          <m:sSup>
                            <m:sSupPr>
                              <m:ctrlPr>
                                <a:rPr lang="en-US" sz="15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fr-FR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fr-FR" sz="15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5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sz="1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fr-FR" sz="1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15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fr-FR" sz="15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sz="15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d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nary>
                            <m:naryPr>
                              <m:chr m:val="∑"/>
                              <m:ctrlP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=1,</m:t>
                              </m:r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p>
                            <m:e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ℜ</m:t>
                              </m:r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</m:e>
                          </m:nary>
                        </m:e>
                      </m:nary>
                      <m:sSub>
                        <m:sSubPr>
                          <m:ctrlPr>
                            <a:rPr lang="fr-F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fr-F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fr-FR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fr-FR" sz="1500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fr-FR" sz="15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1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sz="1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5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fr-FR" sz="15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fr-FR" sz="1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  <m:sup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FR" sz="15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1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sz="1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5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08" y="5015609"/>
                <a:ext cx="9605892" cy="6869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66654" y="5060874"/>
            <a:ext cx="5591175" cy="657225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69771" y="5709371"/>
            <a:ext cx="3495675" cy="685800"/>
          </a:xfrm>
          <a:prstGeom prst="rect">
            <a:avLst/>
          </a:prstGeom>
        </p:spPr>
      </p:pic>
      <p:sp>
        <p:nvSpPr>
          <p:cNvPr id="20" name="Titre 5"/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anchorCtr="0"/>
          <a:lstStyle/>
          <a:p>
            <a:pPr algn="ctr"/>
            <a:r>
              <a:rPr lang="fr-FR" dirty="0" smtClean="0"/>
              <a:t>Power amplifier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735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anchorCtr="0"/>
          <a:lstStyle/>
          <a:p>
            <a:pPr algn="ctr"/>
            <a:r>
              <a:rPr lang="fr-FR" dirty="0" smtClean="0"/>
              <a:t>Simulation Setup</a:t>
            </a:r>
            <a:endParaRPr lang="fr-FR" dirty="0"/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477" y="3417373"/>
            <a:ext cx="418888" cy="547777"/>
          </a:xfrm>
          <a:prstGeom prst="rect">
            <a:avLst/>
          </a:prstGeom>
        </p:spPr>
      </p:pic>
      <p:sp>
        <p:nvSpPr>
          <p:cNvPr id="42" name="Rectangle à coins arrondis 41"/>
          <p:cNvSpPr/>
          <p:nvPr/>
        </p:nvSpPr>
        <p:spPr>
          <a:xfrm>
            <a:off x="3615144" y="2829375"/>
            <a:ext cx="1260000" cy="587998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r>
              <a:rPr lang="fr-FR" dirty="0" smtClean="0"/>
              <a:t>CPU</a:t>
            </a:r>
          </a:p>
        </p:txBody>
      </p:sp>
      <p:sp>
        <p:nvSpPr>
          <p:cNvPr id="69" name="ZoneTexte 68"/>
          <p:cNvSpPr txBox="1"/>
          <p:nvPr/>
        </p:nvSpPr>
        <p:spPr>
          <a:xfrm>
            <a:off x="8037398" y="1758229"/>
            <a:ext cx="1665883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b="1" dirty="0" smtClean="0"/>
              <a:t>System model</a:t>
            </a:r>
            <a:endParaRPr lang="fr-FR" sz="1400" b="1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6</a:t>
            </a:fld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1236000" y="1423584"/>
            <a:ext cx="6482889" cy="367502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947" y="2315723"/>
            <a:ext cx="473909" cy="750869"/>
          </a:xfrm>
          <a:prstGeom prst="rect">
            <a:avLst/>
          </a:prstGeom>
        </p:spPr>
      </p:pic>
      <p:pic>
        <p:nvPicPr>
          <p:cNvPr id="39" name="Imag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904" y="1567922"/>
            <a:ext cx="473909" cy="750869"/>
          </a:xfrm>
          <a:prstGeom prst="rect">
            <a:avLst/>
          </a:prstGeom>
        </p:spPr>
      </p:pic>
      <p:pic>
        <p:nvPicPr>
          <p:cNvPr id="56" name="Image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288" y="3380943"/>
            <a:ext cx="473909" cy="750869"/>
          </a:xfrm>
          <a:prstGeom prst="rect">
            <a:avLst/>
          </a:prstGeom>
        </p:spPr>
      </p:pic>
      <p:pic>
        <p:nvPicPr>
          <p:cNvPr id="57" name="Image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42" y="1611130"/>
            <a:ext cx="473909" cy="750869"/>
          </a:xfrm>
          <a:prstGeom prst="rect">
            <a:avLst/>
          </a:prstGeom>
        </p:spPr>
      </p:pic>
      <p:pic>
        <p:nvPicPr>
          <p:cNvPr id="67" name="Image 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893" y="1551654"/>
            <a:ext cx="473909" cy="750869"/>
          </a:xfrm>
          <a:prstGeom prst="rect">
            <a:avLst/>
          </a:prstGeom>
        </p:spPr>
      </p:pic>
      <p:pic>
        <p:nvPicPr>
          <p:cNvPr id="71" name="Image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1867" y="4002479"/>
            <a:ext cx="473909" cy="750869"/>
          </a:xfrm>
          <a:prstGeom prst="rect">
            <a:avLst/>
          </a:prstGeom>
        </p:spPr>
      </p:pic>
      <p:pic>
        <p:nvPicPr>
          <p:cNvPr id="72" name="Image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068" y="3805049"/>
            <a:ext cx="473909" cy="750869"/>
          </a:xfrm>
          <a:prstGeom prst="rect">
            <a:avLst/>
          </a:prstGeom>
        </p:spPr>
      </p:pic>
      <p:pic>
        <p:nvPicPr>
          <p:cNvPr id="73" name="Image 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869" y="4002479"/>
            <a:ext cx="473909" cy="750869"/>
          </a:xfrm>
          <a:prstGeom prst="rect">
            <a:avLst/>
          </a:prstGeom>
        </p:spPr>
      </p:pic>
      <p:pic>
        <p:nvPicPr>
          <p:cNvPr id="74" name="Image 7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979" y="3925949"/>
            <a:ext cx="473909" cy="750869"/>
          </a:xfrm>
          <a:prstGeom prst="rect">
            <a:avLst/>
          </a:prstGeom>
        </p:spPr>
      </p:pic>
      <p:pic>
        <p:nvPicPr>
          <p:cNvPr id="75" name="Image 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942" y="1758230"/>
            <a:ext cx="473909" cy="750869"/>
          </a:xfrm>
          <a:prstGeom prst="rect">
            <a:avLst/>
          </a:prstGeom>
        </p:spPr>
      </p:pic>
      <p:pic>
        <p:nvPicPr>
          <p:cNvPr id="76" name="Image 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42" y="2908350"/>
            <a:ext cx="418888" cy="547777"/>
          </a:xfrm>
          <a:prstGeom prst="rect">
            <a:avLst/>
          </a:prstGeom>
        </p:spPr>
      </p:pic>
      <p:pic>
        <p:nvPicPr>
          <p:cNvPr id="77" name="Image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905" y="4298446"/>
            <a:ext cx="418888" cy="547777"/>
          </a:xfrm>
          <a:prstGeom prst="rect">
            <a:avLst/>
          </a:prstGeom>
        </p:spPr>
      </p:pic>
      <p:pic>
        <p:nvPicPr>
          <p:cNvPr id="78" name="Image 7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041" y="3143484"/>
            <a:ext cx="418888" cy="547777"/>
          </a:xfrm>
          <a:prstGeom prst="rect">
            <a:avLst/>
          </a:prstGeom>
        </p:spPr>
      </p:pic>
      <p:pic>
        <p:nvPicPr>
          <p:cNvPr id="82" name="Image 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925" y="2589966"/>
            <a:ext cx="418888" cy="547777"/>
          </a:xfrm>
          <a:prstGeom prst="rect">
            <a:avLst/>
          </a:prstGeom>
        </p:spPr>
      </p:pic>
      <p:pic>
        <p:nvPicPr>
          <p:cNvPr id="83" name="Image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128" y="3925949"/>
            <a:ext cx="418888" cy="547777"/>
          </a:xfrm>
          <a:prstGeom prst="rect">
            <a:avLst/>
          </a:prstGeom>
        </p:spPr>
      </p:pic>
      <p:pic>
        <p:nvPicPr>
          <p:cNvPr id="84" name="Image 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559" y="1669467"/>
            <a:ext cx="418888" cy="547777"/>
          </a:xfrm>
          <a:prstGeom prst="rect">
            <a:avLst/>
          </a:prstGeom>
        </p:spPr>
      </p:pic>
      <p:pic>
        <p:nvPicPr>
          <p:cNvPr id="85" name="Image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025" y="1758229"/>
            <a:ext cx="473909" cy="750869"/>
          </a:xfrm>
          <a:prstGeom prst="rect">
            <a:avLst/>
          </a:prstGeom>
        </p:spPr>
      </p:pic>
      <p:pic>
        <p:nvPicPr>
          <p:cNvPr id="86" name="Image 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401" y="2768284"/>
            <a:ext cx="418888" cy="547777"/>
          </a:xfrm>
          <a:prstGeom prst="rect">
            <a:avLst/>
          </a:prstGeom>
        </p:spPr>
      </p:pic>
      <p:pic>
        <p:nvPicPr>
          <p:cNvPr id="87" name="Image 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044" y="2860862"/>
            <a:ext cx="473909" cy="750869"/>
          </a:xfrm>
          <a:prstGeom prst="rect">
            <a:avLst/>
          </a:prstGeom>
        </p:spPr>
      </p:pic>
      <p:pic>
        <p:nvPicPr>
          <p:cNvPr id="88" name="Image 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478" y="4415418"/>
            <a:ext cx="418888" cy="547777"/>
          </a:xfrm>
          <a:prstGeom prst="rect">
            <a:avLst/>
          </a:prstGeom>
        </p:spPr>
      </p:pic>
      <p:pic>
        <p:nvPicPr>
          <p:cNvPr id="89" name="Image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925" y="4420963"/>
            <a:ext cx="418888" cy="54777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22001" y="2682929"/>
            <a:ext cx="40058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70C0"/>
                </a:solidFill>
              </a:rPr>
              <a:t>L</a:t>
            </a:r>
            <a:r>
              <a:rPr lang="en-US" dirty="0" smtClean="0"/>
              <a:t> : APs </a:t>
            </a:r>
            <a:r>
              <a:rPr lang="en-US" dirty="0"/>
              <a:t>equipped with </a:t>
            </a:r>
            <a:r>
              <a:rPr lang="en-US" dirty="0">
                <a:solidFill>
                  <a:srgbClr val="0070C0"/>
                </a:solidFill>
              </a:rPr>
              <a:t>M</a:t>
            </a:r>
            <a:r>
              <a:rPr lang="en-US" dirty="0" smtClean="0"/>
              <a:t> </a:t>
            </a:r>
            <a:r>
              <a:rPr lang="en-US" dirty="0"/>
              <a:t>antennas 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22003" y="3058364"/>
            <a:ext cx="40058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70C0"/>
                </a:solidFill>
              </a:rPr>
              <a:t>K </a:t>
            </a:r>
            <a:r>
              <a:rPr lang="en-US" dirty="0" smtClean="0"/>
              <a:t>single-antenna UEs 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22002" y="3474360"/>
            <a:ext cx="40058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STIXGeneral-Regular"/>
              </a:rPr>
              <a:t>The APs are connected to a CPU via an error-free and high-capacity communication links referred to as </a:t>
            </a:r>
            <a:r>
              <a:rPr lang="en-US" dirty="0" err="1">
                <a:latin typeface="STIXGeneral-Regular"/>
              </a:rPr>
              <a:t>fronthaul</a:t>
            </a:r>
            <a:r>
              <a:rPr lang="en-US" dirty="0">
                <a:latin typeface="STIXGeneral-Regular"/>
              </a:rPr>
              <a:t> links.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88488" y="2997572"/>
            <a:ext cx="7604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 smtClean="0"/>
              <a:t>1 km</a:t>
            </a:r>
            <a:endParaRPr lang="en-US" dirty="0"/>
          </a:p>
        </p:txBody>
      </p:sp>
      <p:sp>
        <p:nvSpPr>
          <p:cNvPr id="92" name="Rectangle 91"/>
          <p:cNvSpPr/>
          <p:nvPr/>
        </p:nvSpPr>
        <p:spPr>
          <a:xfrm>
            <a:off x="3864899" y="5092271"/>
            <a:ext cx="7604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 smtClean="0"/>
              <a:t>1 km</a:t>
            </a:r>
            <a:endParaRPr lang="en-US" dirty="0"/>
          </a:p>
        </p:txBody>
      </p:sp>
      <p:sp>
        <p:nvSpPr>
          <p:cNvPr id="16" name="Forme libre 15"/>
          <p:cNvSpPr/>
          <p:nvPr/>
        </p:nvSpPr>
        <p:spPr>
          <a:xfrm>
            <a:off x="2879387" y="2334638"/>
            <a:ext cx="1004172" cy="547970"/>
          </a:xfrm>
          <a:custGeom>
            <a:avLst/>
            <a:gdLst>
              <a:gd name="connsiteX0" fmla="*/ 0 w 1004172"/>
              <a:gd name="connsiteY0" fmla="*/ 184826 h 547970"/>
              <a:gd name="connsiteX1" fmla="*/ 953311 w 1004172"/>
              <a:gd name="connsiteY1" fmla="*/ 544749 h 547970"/>
              <a:gd name="connsiteX2" fmla="*/ 865762 w 1004172"/>
              <a:gd name="connsiteY2" fmla="*/ 0 h 547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4172" h="547970">
                <a:moveTo>
                  <a:pt x="0" y="184826"/>
                </a:moveTo>
                <a:cubicBezTo>
                  <a:pt x="404508" y="380189"/>
                  <a:pt x="809017" y="575553"/>
                  <a:pt x="953311" y="544749"/>
                </a:cubicBezTo>
                <a:cubicBezTo>
                  <a:pt x="1097605" y="513945"/>
                  <a:pt x="891703" y="100519"/>
                  <a:pt x="865762" y="0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022001" y="2260830"/>
            <a:ext cx="40058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smtClean="0"/>
              <a:t>Square area </a:t>
            </a:r>
            <a:r>
              <a:rPr lang="en-US" dirty="0" smtClean="0">
                <a:solidFill>
                  <a:srgbClr val="0070C0"/>
                </a:solidFill>
              </a:rPr>
              <a:t>1km x 1km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11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" grpId="0" animBg="1"/>
      <p:bldP spid="5" grpId="0"/>
      <p:bldP spid="90" grpId="0"/>
      <p:bldP spid="7" grpId="0"/>
      <p:bldP spid="91" grpId="0"/>
      <p:bldP spid="92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4395385" y="2349000"/>
            <a:ext cx="2960615" cy="50673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 122"/>
              <p:cNvSpPr/>
              <p:nvPr/>
            </p:nvSpPr>
            <p:spPr>
              <a:xfrm>
                <a:off x="4868412" y="2342776"/>
                <a:ext cx="1032907" cy="514723"/>
              </a:xfrm>
              <a:prstGeom prst="rect">
                <a:avLst/>
              </a:prstGeom>
              <a:solidFill>
                <a:srgbClr val="DEEAF6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200" dirty="0"/>
                  <a:t>U</a:t>
                </a:r>
                <a:r>
                  <a:rPr lang="fr-FR" sz="1200" dirty="0" smtClean="0"/>
                  <a:t>L data: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2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fr-FR" sz="1200" b="0" i="1" kern="12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fr-FR" sz="1200" dirty="0"/>
                  <a:t> </a:t>
                </a:r>
                <a:endParaRPr lang="fr-FR" sz="1800" dirty="0"/>
              </a:p>
            </p:txBody>
          </p:sp>
        </mc:Choice>
        <mc:Fallback xmlns="">
          <p:sp>
            <p:nvSpPr>
              <p:cNvPr id="123" name="Rectangle 1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412" y="2342776"/>
                <a:ext cx="1032907" cy="5147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Rectangle 123"/>
              <p:cNvSpPr/>
              <p:nvPr/>
            </p:nvSpPr>
            <p:spPr>
              <a:xfrm>
                <a:off x="5901320" y="2341957"/>
                <a:ext cx="1462450" cy="514800"/>
              </a:xfrm>
              <a:prstGeom prst="rect">
                <a:avLst/>
              </a:prstGeom>
              <a:solidFill>
                <a:srgbClr val="E2EFD9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1200" dirty="0" smtClean="0"/>
                  <a:t>DL data: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200" i="1" kern="12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fr-FR" sz="1200" b="0" i="1" kern="12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fr-FR" sz="1200" dirty="0" smtClean="0"/>
                  <a:t> </a:t>
                </a:r>
                <a:endParaRPr lang="fr-FR" sz="1200" dirty="0"/>
              </a:p>
            </p:txBody>
          </p:sp>
        </mc:Choice>
        <mc:Fallback xmlns="">
          <p:sp>
            <p:nvSpPr>
              <p:cNvPr id="124" name="Rectangle 1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320" y="2341957"/>
                <a:ext cx="1462450" cy="514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ectangle 127"/>
              <p:cNvSpPr/>
              <p:nvPr/>
            </p:nvSpPr>
            <p:spPr>
              <a:xfrm>
                <a:off x="4395385" y="2342776"/>
                <a:ext cx="473027" cy="5147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900" dirty="0" smtClean="0"/>
                  <a:t>Pilots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2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fr-FR" sz="1200" b="0" i="1" kern="12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fr-FR" sz="1800" dirty="0"/>
              </a:p>
            </p:txBody>
          </p:sp>
        </mc:Choice>
        <mc:Fallback xmlns="">
          <p:sp>
            <p:nvSpPr>
              <p:cNvPr id="128" name="Rectangle 1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5385" y="2342776"/>
                <a:ext cx="473027" cy="5147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re 5"/>
          <p:cNvSpPr>
            <a:spLocks noGrp="1"/>
          </p:cNvSpPr>
          <p:nvPr>
            <p:ph type="title"/>
          </p:nvPr>
        </p:nvSpPr>
        <p:spPr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anchorCtr="0"/>
          <a:lstStyle/>
          <a:p>
            <a:pPr algn="ctr"/>
            <a:r>
              <a:rPr lang="fr-FR" dirty="0" smtClean="0"/>
              <a:t>Frame structure &amp; Channel model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7</a:t>
            </a:fld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5913" y="1253703"/>
            <a:ext cx="3524250" cy="5162550"/>
          </a:xfrm>
          <a:prstGeom prst="rect">
            <a:avLst/>
          </a:prstGeom>
        </p:spPr>
      </p:pic>
      <p:cxnSp>
        <p:nvCxnSpPr>
          <p:cNvPr id="125" name="Connecteur droit avec flèche 124"/>
          <p:cNvCxnSpPr/>
          <p:nvPr/>
        </p:nvCxnSpPr>
        <p:spPr>
          <a:xfrm>
            <a:off x="4403155" y="2207301"/>
            <a:ext cx="2960615" cy="31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Connecteur droit avec flèche 125"/>
          <p:cNvCxnSpPr/>
          <p:nvPr/>
        </p:nvCxnSpPr>
        <p:spPr>
          <a:xfrm>
            <a:off x="7444328" y="2342776"/>
            <a:ext cx="0" cy="5067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Rectangle 126"/>
              <p:cNvSpPr/>
              <p:nvPr/>
            </p:nvSpPr>
            <p:spPr>
              <a:xfrm>
                <a:off x="7386520" y="2400651"/>
                <a:ext cx="42736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kern="12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sz="1400" b="0" i="1" kern="12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27" name="Rectangle 1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6520" y="2400651"/>
                <a:ext cx="42736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Rectangle 128"/>
              <p:cNvSpPr/>
              <p:nvPr/>
            </p:nvSpPr>
            <p:spPr>
              <a:xfrm>
                <a:off x="820595" y="4348768"/>
                <a:ext cx="2385845" cy="41351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ℂ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9" name="Rectangle 1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595" y="4348768"/>
                <a:ext cx="2385845" cy="413511"/>
              </a:xfrm>
              <a:prstGeom prst="rect">
                <a:avLst/>
              </a:prstGeom>
              <a:blipFill>
                <a:blip r:embed="rId8"/>
                <a:stretch>
                  <a:fillRect b="-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ZoneTexte 129"/>
          <p:cNvSpPr txBox="1"/>
          <p:nvPr/>
        </p:nvSpPr>
        <p:spPr>
          <a:xfrm>
            <a:off x="736149" y="3976419"/>
            <a:ext cx="45672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smtClean="0">
                <a:solidFill>
                  <a:srgbClr val="FF0000"/>
                </a:solidFill>
              </a:rPr>
              <a:t>Independent Block Rayleigh fading </a:t>
            </a:r>
            <a:r>
              <a:rPr lang="fr-FR" sz="1400" b="1" dirty="0" err="1" smtClean="0">
                <a:solidFill>
                  <a:srgbClr val="FF0000"/>
                </a:solidFill>
              </a:rPr>
              <a:t>channel</a:t>
            </a:r>
            <a:endParaRPr lang="fr-FR" sz="1400" b="1" dirty="0">
              <a:solidFill>
                <a:srgbClr val="FF0000"/>
              </a:solidFill>
            </a:endParaRPr>
          </a:p>
        </p:txBody>
      </p:sp>
      <p:sp>
        <p:nvSpPr>
          <p:cNvPr id="131" name="ZoneTexte 130"/>
          <p:cNvSpPr txBox="1"/>
          <p:nvPr/>
        </p:nvSpPr>
        <p:spPr>
          <a:xfrm>
            <a:off x="2274334" y="5094440"/>
            <a:ext cx="26965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smtClean="0">
                <a:solidFill>
                  <a:srgbClr val="0000FF"/>
                </a:solidFill>
              </a:rPr>
              <a:t>Large-</a:t>
            </a:r>
            <a:r>
              <a:rPr lang="fr-FR" sz="1400" b="1" dirty="0" err="1" smtClean="0">
                <a:solidFill>
                  <a:srgbClr val="0000FF"/>
                </a:solidFill>
              </a:rPr>
              <a:t>scale</a:t>
            </a:r>
            <a:r>
              <a:rPr lang="fr-FR" sz="1400" b="1" dirty="0" smtClean="0">
                <a:solidFill>
                  <a:srgbClr val="0000FF"/>
                </a:solidFill>
              </a:rPr>
              <a:t> </a:t>
            </a:r>
            <a:r>
              <a:rPr lang="fr-FR" sz="1400" b="1" dirty="0" err="1" smtClean="0">
                <a:solidFill>
                  <a:srgbClr val="0000FF"/>
                </a:solidFill>
              </a:rPr>
              <a:t>channel</a:t>
            </a:r>
            <a:r>
              <a:rPr lang="fr-FR" sz="1400" b="1" dirty="0" smtClean="0">
                <a:solidFill>
                  <a:srgbClr val="0000FF"/>
                </a:solidFill>
              </a:rPr>
              <a:t> gain</a:t>
            </a:r>
            <a:endParaRPr lang="fr-FR" sz="1400" b="1" dirty="0">
              <a:solidFill>
                <a:srgbClr val="0000FF"/>
              </a:solidFill>
            </a:endParaRPr>
          </a:p>
        </p:txBody>
      </p:sp>
      <p:cxnSp>
        <p:nvCxnSpPr>
          <p:cNvPr id="132" name="Connecteur droit avec flèche 131"/>
          <p:cNvCxnSpPr/>
          <p:nvPr/>
        </p:nvCxnSpPr>
        <p:spPr>
          <a:xfrm flipV="1">
            <a:off x="2360315" y="4641138"/>
            <a:ext cx="0" cy="681719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Rectangle 132"/>
              <p:cNvSpPr/>
              <p:nvPr/>
            </p:nvSpPr>
            <p:spPr>
              <a:xfrm>
                <a:off x="751295" y="5465199"/>
                <a:ext cx="6451573" cy="71468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fr-F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fr-F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𝑑𝐵</m:t>
                          </m:r>
                        </m:e>
                      </m:d>
                      <m:r>
                        <a:rPr lang="fr-F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=− 22.7 −36.7</m:t>
                      </m:r>
                      <m:sSub>
                        <m:sSubPr>
                          <m:ctrlPr>
                            <a:rPr lang="fr-F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fr-F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fr-F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fr-F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fr-F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F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26</m:t>
                      </m:r>
                      <m:sSub>
                        <m:sSubPr>
                          <m:ctrlPr>
                            <a:rPr lang="fr-F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fr-F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fr-F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m:rPr>
                                  <m:sty m:val="p"/>
                                </m:rPr>
                                <a:rPr lang="fr-FR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GHz</m:t>
                              </m:r>
                            </m:den>
                          </m:f>
                        </m:e>
                      </m:d>
                      <m:r>
                        <a:rPr lang="fr-F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3" name="Rectangle 1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5" y="5465199"/>
                <a:ext cx="6451573" cy="7146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Accolade fermante 133"/>
          <p:cNvSpPr/>
          <p:nvPr/>
        </p:nvSpPr>
        <p:spPr>
          <a:xfrm rot="5400000">
            <a:off x="6812353" y="5856095"/>
            <a:ext cx="178516" cy="45870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5" name="ZoneTexte 134"/>
          <p:cNvSpPr txBox="1"/>
          <p:nvPr/>
        </p:nvSpPr>
        <p:spPr>
          <a:xfrm>
            <a:off x="6285096" y="6146423"/>
            <a:ext cx="1233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smtClean="0"/>
              <a:t>Shadow fading</a:t>
            </a:r>
            <a:endParaRPr lang="fr-FR" sz="1100" dirty="0"/>
          </a:p>
        </p:txBody>
      </p:sp>
      <p:pic>
        <p:nvPicPr>
          <p:cNvPr id="137" name="Image 1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345" y="4675139"/>
            <a:ext cx="418888" cy="547777"/>
          </a:xfrm>
          <a:prstGeom prst="rect">
            <a:avLst/>
          </a:prstGeom>
        </p:spPr>
      </p:pic>
      <p:cxnSp>
        <p:nvCxnSpPr>
          <p:cNvPr id="138" name="Connecteur en arc 137"/>
          <p:cNvCxnSpPr>
            <a:stCxn id="137" idx="0"/>
            <a:endCxn id="30" idx="2"/>
          </p:cNvCxnSpPr>
          <p:nvPr/>
        </p:nvCxnSpPr>
        <p:spPr>
          <a:xfrm rot="16200000" flipV="1">
            <a:off x="6210732" y="4321081"/>
            <a:ext cx="374041" cy="33407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Rectangle 138"/>
              <p:cNvSpPr/>
              <p:nvPr/>
            </p:nvSpPr>
            <p:spPr>
              <a:xfrm>
                <a:off x="6440110" y="4225253"/>
                <a:ext cx="612091" cy="3815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9" name="Rectangle 1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110" y="4225253"/>
                <a:ext cx="612091" cy="38151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Rectangle 139"/>
              <p:cNvSpPr/>
              <p:nvPr/>
            </p:nvSpPr>
            <p:spPr>
              <a:xfrm>
                <a:off x="5680778" y="1841886"/>
                <a:ext cx="4410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sz="14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4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40" name="Rectangle 1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778" y="1841886"/>
                <a:ext cx="441082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eur droit avec flèche 10"/>
          <p:cNvCxnSpPr>
            <a:endCxn id="127" idx="3"/>
          </p:cNvCxnSpPr>
          <p:nvPr/>
        </p:nvCxnSpPr>
        <p:spPr>
          <a:xfrm flipH="1" flipV="1">
            <a:off x="7813881" y="2554540"/>
            <a:ext cx="739466" cy="798392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ZoneTexte 140"/>
          <p:cNvSpPr txBox="1"/>
          <p:nvPr/>
        </p:nvSpPr>
        <p:spPr>
          <a:xfrm>
            <a:off x="725750" y="1666221"/>
            <a:ext cx="3210249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b="1" dirty="0" smtClean="0"/>
              <a:t>Frame structure = </a:t>
            </a:r>
            <a:r>
              <a:rPr lang="fr-FR" sz="1400" b="1" dirty="0" err="1" smtClean="0"/>
              <a:t>Coherence</a:t>
            </a:r>
            <a:r>
              <a:rPr lang="fr-FR" sz="1400" b="1" dirty="0" smtClean="0"/>
              <a:t> block</a:t>
            </a:r>
            <a:endParaRPr lang="fr-FR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Rectangle 141"/>
              <p:cNvSpPr/>
              <p:nvPr/>
            </p:nvSpPr>
            <p:spPr>
              <a:xfrm>
                <a:off x="725750" y="2038877"/>
                <a:ext cx="4005883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Coherence time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fr-F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Coherence bandwidth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fr-F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fr-FR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Block length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fr-F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fr-F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fr-F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fr-F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fr-F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sSub>
                      <m:sSubPr>
                        <m:ctrlPr>
                          <a:rPr lang="fr-F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fr-F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𝑠𝑐</m:t>
                        </m:r>
                      </m:sub>
                    </m:sSub>
                  </m:oMath>
                </a14:m>
                <a:r>
                  <a:rPr lang="en-US" dirty="0" smtClean="0"/>
                  <a:t>  </a:t>
                </a:r>
                <a:endParaRPr lang="en-US" dirty="0"/>
              </a:p>
            </p:txBody>
          </p:sp>
        </mc:Choice>
        <mc:Fallback xmlns="">
          <p:sp>
            <p:nvSpPr>
              <p:cNvPr id="142" name="Rectangle 1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50" y="2038877"/>
                <a:ext cx="4005883" cy="923330"/>
              </a:xfrm>
              <a:prstGeom prst="rect">
                <a:avLst/>
              </a:prstGeom>
              <a:blipFill>
                <a:blip r:embed="rId14"/>
                <a:stretch>
                  <a:fillRect l="-913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461939" y="2843769"/>
                <a:ext cx="1793953" cy="39074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sub>
                      </m:sSub>
                      <m:r>
                        <a:rPr lang="fr-F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𝜉</m:t>
                      </m:r>
                      <m:r>
                        <a:rPr lang="fr-F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fr-F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fr-F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939" y="2843769"/>
                <a:ext cx="1793953" cy="390748"/>
              </a:xfrm>
              <a:prstGeom prst="rect">
                <a:avLst/>
              </a:prstGeom>
              <a:blipFill>
                <a:blip r:embed="rId1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5551924" y="2826904"/>
                <a:ext cx="2391103" cy="3907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=(1−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𝜉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)(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fr-FR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fr-FR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924" y="2826904"/>
                <a:ext cx="2391103" cy="390748"/>
              </a:xfrm>
              <a:prstGeom prst="rect">
                <a:avLst/>
              </a:prstGeom>
              <a:blipFill>
                <a:blip r:embed="rId16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/>
              <p:cNvSpPr txBox="1"/>
              <p:nvPr/>
            </p:nvSpPr>
            <p:spPr>
              <a:xfrm>
                <a:off x="6063104" y="4070266"/>
                <a:ext cx="335220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𝐴𝑃</m:t>
                          </m:r>
                        </m:e>
                        <m:sub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fr-FR" sz="1500" dirty="0"/>
              </a:p>
            </p:txBody>
          </p:sp>
        </mc:Choice>
        <mc:Fallback xmlns="">
          <p:sp>
            <p:nvSpPr>
              <p:cNvPr id="30" name="ZoneTexte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104" y="4070266"/>
                <a:ext cx="335220" cy="230832"/>
              </a:xfrm>
              <a:prstGeom prst="rect">
                <a:avLst/>
              </a:prstGeom>
              <a:blipFill>
                <a:blip r:embed="rId17"/>
                <a:stretch>
                  <a:fillRect l="-10909" r="-3636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6397752" y="5175424"/>
                <a:ext cx="392928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𝑈𝐸</m:t>
                          </m:r>
                        </m:e>
                        <m:sub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fr-FR" sz="1500" dirty="0"/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752" y="5175424"/>
                <a:ext cx="392928" cy="230832"/>
              </a:xfrm>
              <a:prstGeom prst="rect">
                <a:avLst/>
              </a:prstGeom>
              <a:blipFill>
                <a:blip r:embed="rId18"/>
                <a:stretch>
                  <a:fillRect l="-9375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ZoneTexte 35"/>
          <p:cNvSpPr txBox="1"/>
          <p:nvPr/>
        </p:nvSpPr>
        <p:spPr>
          <a:xfrm>
            <a:off x="723609" y="3635869"/>
            <a:ext cx="3210249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b="1" dirty="0" smtClean="0"/>
              <a:t>Channel model</a:t>
            </a:r>
            <a:endParaRPr lang="fr-FR" sz="1400" b="1" dirty="0"/>
          </a:p>
        </p:txBody>
      </p:sp>
      <p:sp>
        <p:nvSpPr>
          <p:cNvPr id="33" name="Rectangle 32"/>
          <p:cNvSpPr/>
          <p:nvPr/>
        </p:nvSpPr>
        <p:spPr>
          <a:xfrm>
            <a:off x="733487" y="6420175"/>
            <a:ext cx="107266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91C30A"/>
              </a:buClr>
            </a:pPr>
            <a:r>
              <a:rPr lang="en-US" sz="1000" b="1" dirty="0" smtClean="0">
                <a:solidFill>
                  <a:prstClr val="black"/>
                </a:solidFill>
                <a:latin typeface="Calibri"/>
              </a:rPr>
              <a:t>[1] </a:t>
            </a:r>
            <a:r>
              <a:rPr lang="en-US" sz="1000" dirty="0">
                <a:solidFill>
                  <a:prstClr val="black"/>
                </a:solidFill>
                <a:latin typeface="Calibri"/>
              </a:rPr>
              <a:t>G. </a:t>
            </a:r>
            <a:r>
              <a:rPr lang="en-US" sz="1000" dirty="0" err="1">
                <a:solidFill>
                  <a:prstClr val="black"/>
                </a:solidFill>
                <a:latin typeface="Calibri"/>
              </a:rPr>
              <a:t>Interdonato</a:t>
            </a:r>
            <a:r>
              <a:rPr lang="en-US" sz="10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sz="1000" dirty="0" smtClean="0">
                <a:solidFill>
                  <a:prstClr val="black"/>
                </a:solidFill>
                <a:latin typeface="Calibri"/>
              </a:rPr>
              <a:t>et al., </a:t>
            </a:r>
            <a:r>
              <a:rPr lang="en-US" sz="1000" dirty="0">
                <a:solidFill>
                  <a:prstClr val="black"/>
                </a:solidFill>
                <a:latin typeface="Calibri"/>
              </a:rPr>
              <a:t>"Local Partial Zero-Forcing Precoding for Cell-Free Massive MIMO," in IEEE Transactions on Wireless Communications, vol. 19, no. 7, pp. 4758-4774, July 2020.</a:t>
            </a:r>
            <a:r>
              <a:rPr lang="fr-FR" sz="1000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32545" y="3311054"/>
            <a:ext cx="596338" cy="87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06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23" grpId="0" animBg="1"/>
      <p:bldP spid="124" grpId="0" animBg="1"/>
      <p:bldP spid="128" grpId="0" animBg="1"/>
      <p:bldP spid="127" grpId="0"/>
      <p:bldP spid="129" grpId="0" animBg="1"/>
      <p:bldP spid="130" grpId="0"/>
      <p:bldP spid="131" grpId="0"/>
      <p:bldP spid="133" grpId="0" animBg="1"/>
      <p:bldP spid="134" grpId="0" animBg="1"/>
      <p:bldP spid="135" grpId="0"/>
      <p:bldP spid="139" grpId="0"/>
      <p:bldP spid="140" grpId="0"/>
      <p:bldP spid="4" grpId="0"/>
      <p:bldP spid="4" grpId="1"/>
      <p:bldP spid="28" grpId="0"/>
      <p:bldP spid="28" grpId="1"/>
      <p:bldP spid="30" grpId="0"/>
      <p:bldP spid="32" grpId="0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anchorCtr="0"/>
          <a:lstStyle/>
          <a:p>
            <a:pPr algn="ctr"/>
            <a:r>
              <a:rPr lang="fr-FR" dirty="0" smtClean="0"/>
              <a:t>Pilot-</a:t>
            </a:r>
            <a:r>
              <a:rPr lang="fr-FR" dirty="0" err="1" smtClean="0"/>
              <a:t>based</a:t>
            </a:r>
            <a:r>
              <a:rPr lang="fr-FR" dirty="0" smtClean="0"/>
              <a:t> </a:t>
            </a:r>
            <a:r>
              <a:rPr lang="fr-FR" dirty="0" err="1" smtClean="0"/>
              <a:t>channel</a:t>
            </a:r>
            <a:r>
              <a:rPr lang="fr-FR" smtClean="0"/>
              <a:t> estimation</a:t>
            </a:r>
            <a:endParaRPr lang="fr-FR" dirty="0"/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800" y="3701301"/>
            <a:ext cx="529902" cy="692948"/>
          </a:xfrm>
          <a:prstGeom prst="rect">
            <a:avLst/>
          </a:prstGeom>
        </p:spPr>
      </p:pic>
      <p:pic>
        <p:nvPicPr>
          <p:cNvPr id="58" name="Image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831" y="2010046"/>
            <a:ext cx="577463" cy="9149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9" name="ZoneTexte 58"/>
              <p:cNvSpPr txBox="1"/>
              <p:nvPr/>
            </p:nvSpPr>
            <p:spPr>
              <a:xfrm>
                <a:off x="6759681" y="2817314"/>
                <a:ext cx="357983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𝐴𝑃</m:t>
                          </m:r>
                        </m:e>
                        <m:sub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500" dirty="0"/>
              </a:p>
            </p:txBody>
          </p:sp>
        </mc:Choice>
        <mc:Fallback xmlns="">
          <p:sp>
            <p:nvSpPr>
              <p:cNvPr id="59" name="ZoneTexte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681" y="2817314"/>
                <a:ext cx="357983" cy="230832"/>
              </a:xfrm>
              <a:prstGeom prst="rect">
                <a:avLst/>
              </a:prstGeom>
              <a:blipFill>
                <a:blip r:embed="rId5"/>
                <a:stretch>
                  <a:fillRect l="-10169" r="-1695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Connecteur droit 63"/>
          <p:cNvCxnSpPr>
            <a:stCxn id="58" idx="3"/>
            <a:endCxn id="86" idx="1"/>
          </p:cNvCxnSpPr>
          <p:nvPr/>
        </p:nvCxnSpPr>
        <p:spPr>
          <a:xfrm flipV="1">
            <a:off x="7232294" y="2467425"/>
            <a:ext cx="656676" cy="92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/>
              <p:cNvSpPr txBox="1"/>
              <p:nvPr/>
            </p:nvSpPr>
            <p:spPr>
              <a:xfrm>
                <a:off x="731838" y="1829896"/>
                <a:ext cx="1710147" cy="3022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sSub>
                            <m:sSubPr>
                              <m:ctrlPr>
                                <a:rPr lang="el-GR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fr-F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b>
                      </m:sSub>
                      <m:r>
                        <a:rPr lang="fr-FR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sSub>
                            <m:sSubPr>
                              <m:ctrlPr>
                                <a:rPr lang="el-GR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fr-FR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fr-F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fr-FR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ZoneTexte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38" y="1829896"/>
                <a:ext cx="1710147" cy="302262"/>
              </a:xfrm>
              <a:prstGeom prst="rect">
                <a:avLst/>
              </a:prstGeom>
              <a:blipFill>
                <a:blip r:embed="rId6"/>
                <a:stretch>
                  <a:fillRect l="-1413" b="-115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ZoneTexte 38"/>
              <p:cNvSpPr txBox="1"/>
              <p:nvPr/>
            </p:nvSpPr>
            <p:spPr>
              <a:xfrm>
                <a:off x="731838" y="3048766"/>
                <a:ext cx="2506645" cy="5492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bSup>
                      <m:sSub>
                        <m:sSub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,     </m:t>
                                </m:r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 ∉</m:t>
                                </m:r>
                                <m:sSub>
                                  <m:sSubPr>
                                    <m:ctrlP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600" i="1">
                                        <a:latin typeface="Cambria Math" panose="02040503050406030204" pitchFamily="18" charset="0"/>
                                      </a:rPr>
                                      <m:t>𝒫</m:t>
                                    </m:r>
                                  </m:e>
                                  <m:sub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l-G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,  </m:t>
                                </m:r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brk m:alnAt="7"/>
                                  </m:r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600" i="1">
                                        <a:latin typeface="Cambria Math" panose="02040503050406030204" pitchFamily="18" charset="0"/>
                                      </a:rPr>
                                      <m:t>𝒫</m:t>
                                    </m:r>
                                  </m:e>
                                  <m:sub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39" name="ZoneTexte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38" y="3048766"/>
                <a:ext cx="2506645" cy="5492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ZoneTexte 66"/>
              <p:cNvSpPr txBox="1"/>
              <p:nvPr/>
            </p:nvSpPr>
            <p:spPr>
              <a:xfrm>
                <a:off x="726118" y="2285453"/>
                <a:ext cx="4831348" cy="639534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i="1">
                              <a:latin typeface="Cambria Math" panose="02040503050406030204" pitchFamily="18" charset="0"/>
                            </a:rPr>
                            <m:t>𝒫</m:t>
                          </m:r>
                        </m:e>
                        <m:sub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: </m:t>
                                    </m:r>
                                    <m:sSub>
                                      <m:sSubPr>
                                        <m:ctrlPr>
                                          <a:rPr lang="fr-FR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lang="fr-FR" sz="16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fr-FR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lang="fr-FR" sz="16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=1,…,</m:t>
                                    </m:r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</m:d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∁ 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fr-F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1,…,</m:t>
                                    </m:r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</m:d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,  </m:t>
                                </m:r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fr-F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fr-F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},                                                               </m:t>
                                </m:r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fr-FR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fr-F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67" name="ZoneTexte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8" y="2285453"/>
                <a:ext cx="4831348" cy="6395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ectangle 70"/>
          <p:cNvSpPr/>
          <p:nvPr/>
        </p:nvSpPr>
        <p:spPr>
          <a:xfrm>
            <a:off x="731838" y="1446795"/>
            <a:ext cx="4229821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r>
              <a:rPr lang="fr-FR" sz="1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  <a:r>
              <a:rPr lang="fr-FR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fr-FR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estimation </a:t>
            </a:r>
            <a:r>
              <a:rPr lang="fr-FR" sz="1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FR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uplink</a:t>
            </a:r>
            <a:r>
              <a:rPr lang="fr-F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pilots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/>
              <p:cNvSpPr txBox="1"/>
              <p:nvPr/>
            </p:nvSpPr>
            <p:spPr>
              <a:xfrm>
                <a:off x="8527303" y="2185940"/>
                <a:ext cx="2399118" cy="648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15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fr-FR" sz="1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500" b="0" i="1" smtClean="0">
                                      <a:latin typeface="Cambria Math" panose="02040503050406030204" pitchFamily="18" charset="0"/>
                                    </a:rPr>
                                    <m:t>η</m:t>
                                  </m:r>
                                </m:e>
                                <m:sub>
                                  <m:r>
                                    <a:rPr lang="fr-FR" sz="15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fr-FR" sz="15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p>
                              </m:sSubSup>
                            </m:e>
                          </m:rad>
                        </m:e>
                      </m:nary>
                      <m:sSub>
                        <m:sSubPr>
                          <m:ctrlPr>
                            <a:rPr lang="fr-FR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fr-FR" sz="15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1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sSub>
                            <m:sSubPr>
                              <m:ctrlPr>
                                <a:rPr lang="fr-FR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  <m:sup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bSup>
                      <m:r>
                        <a:rPr lang="fr-FR" sz="15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fr-FR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fr-FR" sz="1500" dirty="0"/>
              </a:p>
            </p:txBody>
          </p:sp>
        </mc:Choice>
        <mc:Fallback xmlns="">
          <p:sp>
            <p:nvSpPr>
              <p:cNvPr id="73" name="ZoneTexte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03" y="2185940"/>
                <a:ext cx="2399118" cy="6488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/>
              <p:cNvSpPr/>
              <p:nvPr/>
            </p:nvSpPr>
            <p:spPr>
              <a:xfrm>
                <a:off x="6198531" y="1438657"/>
                <a:ext cx="2417601" cy="32707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Exemple: K=3,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1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fr-FR" sz="1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=2</a:t>
                </a:r>
              </a:p>
            </p:txBody>
          </p:sp>
        </mc:Choice>
        <mc:Fallback xmlns=""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8531" y="1438657"/>
                <a:ext cx="2417601" cy="327077"/>
              </a:xfrm>
              <a:prstGeom prst="rect">
                <a:avLst/>
              </a:prstGeom>
              <a:blipFill>
                <a:blip r:embed="rId10"/>
                <a:stretch>
                  <a:fillRect l="-758" t="-3704" b="-11111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631178" y="4523065"/>
                <a:ext cx="443070" cy="3231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5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5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fr-FR" sz="15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178" y="4523065"/>
                <a:ext cx="443070" cy="3231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36853" y="4523065"/>
                <a:ext cx="447558" cy="3231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500" i="1" smtClean="0">
                              <a:solidFill>
                                <a:srgbClr val="D7827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500" b="1" i="1">
                              <a:solidFill>
                                <a:srgbClr val="D7827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fr-FR" sz="1500" b="0" i="1" smtClean="0">
                              <a:solidFill>
                                <a:srgbClr val="D7827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853" y="4523065"/>
                <a:ext cx="447558" cy="3231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/>
              <p:cNvSpPr/>
              <p:nvPr/>
            </p:nvSpPr>
            <p:spPr>
              <a:xfrm>
                <a:off x="8147216" y="4523065"/>
                <a:ext cx="443070" cy="3231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5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5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fr-FR" sz="15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77" name="Rectangle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216" y="4523065"/>
                <a:ext cx="443070" cy="3231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/>
              <p:cNvSpPr txBox="1"/>
              <p:nvPr/>
            </p:nvSpPr>
            <p:spPr>
              <a:xfrm>
                <a:off x="6699947" y="4336563"/>
                <a:ext cx="3055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𝑈𝐸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8" name="ZoneTexte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947" y="4336563"/>
                <a:ext cx="305532" cy="184666"/>
              </a:xfrm>
              <a:prstGeom prst="rect">
                <a:avLst/>
              </a:prstGeom>
              <a:blipFill>
                <a:blip r:embed="rId14"/>
                <a:stretch>
                  <a:fillRect l="-10000" r="-2000"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9003831" y="3736826"/>
                <a:ext cx="18210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𝒫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𝒫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fr-F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e>
                      </m:d>
                    </m:oMath>
                  </m:oMathPara>
                </a14:m>
                <a:endParaRPr lang="fr-FR" b="0" i="1" dirty="0" smtClean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3831" y="3736826"/>
                <a:ext cx="182107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9003831" y="4123781"/>
                <a:ext cx="11101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srgbClr val="D7827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solidFill>
                                <a:srgbClr val="D7827B"/>
                              </a:solidFill>
                              <a:latin typeface="Cambria Math" panose="02040503050406030204" pitchFamily="18" charset="0"/>
                            </a:rPr>
                            <m:t>𝒫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D7827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solidFill>
                            <a:srgbClr val="D7827B"/>
                          </a:solidFill>
                          <a:latin typeface="Cambria Math" panose="02040503050406030204" pitchFamily="18" charset="0"/>
                        </a:rPr>
                        <m:t>={2}</m:t>
                      </m:r>
                    </m:oMath>
                  </m:oMathPara>
                </a14:m>
                <a:endParaRPr lang="en-US" dirty="0">
                  <a:solidFill>
                    <a:srgbClr val="D7827B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3831" y="4123781"/>
                <a:ext cx="1110111" cy="369332"/>
              </a:xfrm>
              <a:prstGeom prst="rect">
                <a:avLst/>
              </a:prstGeom>
              <a:blipFill>
                <a:blip r:embed="rId1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4" name="Image 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762" y="3737922"/>
            <a:ext cx="529902" cy="692948"/>
          </a:xfrm>
          <a:prstGeom prst="rect">
            <a:avLst/>
          </a:prstGeom>
        </p:spPr>
      </p:pic>
      <p:pic>
        <p:nvPicPr>
          <p:cNvPr id="85" name="Image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954" y="3737922"/>
            <a:ext cx="529902" cy="692948"/>
          </a:xfrm>
          <a:prstGeom prst="rect">
            <a:avLst/>
          </a:prstGeom>
        </p:spPr>
      </p:pic>
      <p:pic>
        <p:nvPicPr>
          <p:cNvPr id="86" name="Image 8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970" y="2009954"/>
            <a:ext cx="577463" cy="9149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7" name="ZoneTexte 86"/>
              <p:cNvSpPr txBox="1"/>
              <p:nvPr/>
            </p:nvSpPr>
            <p:spPr>
              <a:xfrm>
                <a:off x="7998709" y="2763705"/>
                <a:ext cx="36247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𝐴𝑃</m:t>
                          </m:r>
                        </m:e>
                        <m:sub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500" dirty="0"/>
              </a:p>
            </p:txBody>
          </p:sp>
        </mc:Choice>
        <mc:Fallback xmlns="">
          <p:sp>
            <p:nvSpPr>
              <p:cNvPr id="87" name="ZoneTexte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709" y="2763705"/>
                <a:ext cx="362471" cy="230832"/>
              </a:xfrm>
              <a:prstGeom prst="rect">
                <a:avLst/>
              </a:prstGeom>
              <a:blipFill>
                <a:blip r:embed="rId17"/>
                <a:stretch>
                  <a:fillRect l="-10000" r="-3333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ZoneTexte 87"/>
              <p:cNvSpPr txBox="1"/>
              <p:nvPr/>
            </p:nvSpPr>
            <p:spPr>
              <a:xfrm>
                <a:off x="7428139" y="4325512"/>
                <a:ext cx="30912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𝑈𝐸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88" name="ZoneTexte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8139" y="4325512"/>
                <a:ext cx="309124" cy="184666"/>
              </a:xfrm>
              <a:prstGeom prst="rect">
                <a:avLst/>
              </a:prstGeom>
              <a:blipFill>
                <a:blip r:embed="rId18"/>
                <a:stretch>
                  <a:fillRect l="-10000" r="-4000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ZoneTexte 88"/>
              <p:cNvSpPr txBox="1"/>
              <p:nvPr/>
            </p:nvSpPr>
            <p:spPr>
              <a:xfrm>
                <a:off x="8215985" y="4324998"/>
                <a:ext cx="30912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𝑈𝐸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89" name="ZoneTexte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5985" y="4324998"/>
                <a:ext cx="309124" cy="184666"/>
              </a:xfrm>
              <a:prstGeom prst="rect">
                <a:avLst/>
              </a:prstGeom>
              <a:blipFill>
                <a:blip r:embed="rId19"/>
                <a:stretch>
                  <a:fillRect l="-10000" r="-4000"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eur droit avec flèche 12"/>
          <p:cNvCxnSpPr>
            <a:stCxn id="84" idx="0"/>
            <a:endCxn id="59" idx="2"/>
          </p:cNvCxnSpPr>
          <p:nvPr/>
        </p:nvCxnSpPr>
        <p:spPr>
          <a:xfrm flipV="1">
            <a:off x="6852713" y="3048146"/>
            <a:ext cx="85960" cy="689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>
            <a:stCxn id="84" idx="0"/>
            <a:endCxn id="87" idx="2"/>
          </p:cNvCxnSpPr>
          <p:nvPr/>
        </p:nvCxnSpPr>
        <p:spPr>
          <a:xfrm flipV="1">
            <a:off x="6852713" y="2994537"/>
            <a:ext cx="1327232" cy="743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85" idx="0"/>
            <a:endCxn id="59" idx="2"/>
          </p:cNvCxnSpPr>
          <p:nvPr/>
        </p:nvCxnSpPr>
        <p:spPr>
          <a:xfrm flipH="1" flipV="1">
            <a:off x="6938673" y="3048146"/>
            <a:ext cx="642232" cy="689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>
            <a:stCxn id="85" idx="0"/>
            <a:endCxn id="87" idx="2"/>
          </p:cNvCxnSpPr>
          <p:nvPr/>
        </p:nvCxnSpPr>
        <p:spPr>
          <a:xfrm flipV="1">
            <a:off x="7580905" y="2994537"/>
            <a:ext cx="599040" cy="743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>
            <a:stCxn id="41" idx="0"/>
            <a:endCxn id="59" idx="2"/>
          </p:cNvCxnSpPr>
          <p:nvPr/>
        </p:nvCxnSpPr>
        <p:spPr>
          <a:xfrm flipH="1" flipV="1">
            <a:off x="6938673" y="3048146"/>
            <a:ext cx="1430078" cy="653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>
            <a:stCxn id="41" idx="0"/>
            <a:endCxn id="87" idx="2"/>
          </p:cNvCxnSpPr>
          <p:nvPr/>
        </p:nvCxnSpPr>
        <p:spPr>
          <a:xfrm flipH="1" flipV="1">
            <a:off x="8179945" y="2994537"/>
            <a:ext cx="188806" cy="706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Accolade ouvrante 103"/>
          <p:cNvSpPr/>
          <p:nvPr/>
        </p:nvSpPr>
        <p:spPr>
          <a:xfrm rot="16200000">
            <a:off x="1690933" y="4793445"/>
            <a:ext cx="330896" cy="1005890"/>
          </a:xfrm>
          <a:prstGeom prst="leftBrac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5" name="Accolade ouvrante 104"/>
          <p:cNvSpPr/>
          <p:nvPr/>
        </p:nvSpPr>
        <p:spPr>
          <a:xfrm rot="16200000">
            <a:off x="3231260" y="4408955"/>
            <a:ext cx="317530" cy="1800001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Accolade ouvrante 105"/>
          <p:cNvSpPr/>
          <p:nvPr/>
        </p:nvSpPr>
        <p:spPr>
          <a:xfrm rot="16200000">
            <a:off x="4502920" y="5057901"/>
            <a:ext cx="229790" cy="424418"/>
          </a:xfrm>
          <a:prstGeom prst="lef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7" name="ZoneTexte 106"/>
          <p:cNvSpPr txBox="1"/>
          <p:nvPr/>
        </p:nvSpPr>
        <p:spPr>
          <a:xfrm>
            <a:off x="1300173" y="5579491"/>
            <a:ext cx="14590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 dirty="0" err="1" smtClean="0"/>
              <a:t>Desired</a:t>
            </a:r>
            <a:r>
              <a:rPr lang="fr-FR" sz="1100" b="1" dirty="0" smtClean="0"/>
              <a:t> </a:t>
            </a:r>
            <a:r>
              <a:rPr lang="fr-FR" sz="1100" b="1" dirty="0" err="1" smtClean="0"/>
              <a:t>channel</a:t>
            </a:r>
            <a:endParaRPr lang="fr-FR" sz="1100" b="1" dirty="0"/>
          </a:p>
        </p:txBody>
      </p:sp>
      <p:sp>
        <p:nvSpPr>
          <p:cNvPr id="108" name="ZoneTexte 107"/>
          <p:cNvSpPr txBox="1"/>
          <p:nvPr/>
        </p:nvSpPr>
        <p:spPr>
          <a:xfrm>
            <a:off x="2672439" y="5591500"/>
            <a:ext cx="17331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 dirty="0" smtClean="0"/>
              <a:t>Pilot contamination</a:t>
            </a:r>
            <a:endParaRPr lang="fr-FR" sz="1100" b="1" dirty="0"/>
          </a:p>
        </p:txBody>
      </p:sp>
      <p:sp>
        <p:nvSpPr>
          <p:cNvPr id="109" name="ZoneTexte 108"/>
          <p:cNvSpPr txBox="1"/>
          <p:nvPr/>
        </p:nvSpPr>
        <p:spPr>
          <a:xfrm>
            <a:off x="4305069" y="5579491"/>
            <a:ext cx="6254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 dirty="0"/>
              <a:t>N</a:t>
            </a:r>
            <a:r>
              <a:rPr lang="fr-FR" sz="1100" b="1" dirty="0" smtClean="0"/>
              <a:t>oise</a:t>
            </a:r>
            <a:endParaRPr lang="fr-FR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ZoneTexte 109"/>
              <p:cNvSpPr txBox="1"/>
              <p:nvPr/>
            </p:nvSpPr>
            <p:spPr>
              <a:xfrm>
                <a:off x="725861" y="4043259"/>
                <a:ext cx="4286251" cy="30777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sz="1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 </a:t>
                </a:r>
                <a:r>
                  <a:rPr lang="fr-FR" sz="14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</a:t>
                </a:r>
                <a:r>
                  <a:rPr lang="fr-FR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user </a:t>
                </a:r>
                <a14:m>
                  <m:oMath xmlns:m="http://schemas.openxmlformats.org/officeDocument/2006/math">
                    <m:r>
                      <a:rPr lang="fr-FR" sz="1400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fr-FR" sz="1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AP </a:t>
                </a:r>
                <a14:m>
                  <m:oMath xmlns:m="http://schemas.openxmlformats.org/officeDocument/2006/math">
                    <m:r>
                      <a:rPr lang="fr-FR" sz="1400" b="1" i="1" dirty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fr-FR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fr-FR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subcarrier</a:t>
                </a:r>
                <a:r>
                  <a:rPr lang="fr-FR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400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fr-FR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0" name="ZoneTexte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61" y="4043259"/>
                <a:ext cx="4286251" cy="307777"/>
              </a:xfrm>
              <a:prstGeom prst="rect">
                <a:avLst/>
              </a:prstGeom>
              <a:blipFill>
                <a:blip r:embed="rId20"/>
                <a:stretch>
                  <a:fillRect l="-427"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ZoneTexte 41"/>
              <p:cNvSpPr txBox="1"/>
              <p:nvPr/>
            </p:nvSpPr>
            <p:spPr>
              <a:xfrm>
                <a:off x="723608" y="4357697"/>
                <a:ext cx="4509565" cy="7908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5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5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</m:acc>
                        </m:e>
                        <m:sub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5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FR" sz="15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l-GR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fr-FR" sz="15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sSub>
                        <m:sSubPr>
                          <m:ctrlPr>
                            <a:rPr lang="fr-F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fr-F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sSub>
                            <m:sSubPr>
                              <m:ctrlPr>
                                <a:rPr lang="fr-FR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fr-FR" sz="1500" i="1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fr-FR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FR" sz="15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l-GR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fr-FR" sz="15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sSub>
                        <m:sSubPr>
                          <m:ctrlPr>
                            <a:rPr lang="fr-F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b="1" i="1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fr-F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sSub>
                            <m:sSubPr>
                              <m:ctrlPr>
                                <a:rPr lang="fr-FR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fr-FR" sz="150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fr-FR" sz="15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sz="1500" i="1">
                                <a:latin typeface="Cambria Math" panose="02040503050406030204" pitchFamily="18" charset="0"/>
                              </a:rPr>
                              <m:t>η</m:t>
                            </m:r>
                          </m:e>
                          <m:sub>
                            <m:r>
                              <a:rPr lang="fr-FR" sz="15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fr-FR" sz="15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sSub>
                          <m:sSubPr>
                            <m:ctrlPr>
                              <a:rPr lang="el-GR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fr-FR" sz="15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FR" sz="15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fr-FR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500" i="1">
                                <a:latin typeface="Cambria Math" panose="02040503050406030204" pitchFamily="18" charset="0"/>
                              </a:rPr>
                              <m:t>𝒫</m:t>
                            </m:r>
                          </m:e>
                          <m:sub>
                            <m:r>
                              <a:rPr lang="fr-FR" sz="15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\</m:t>
                        </m:r>
                        <m:r>
                          <m:rPr>
                            <m:lit/>
                          </m:rPr>
                          <a:rPr lang="fr-FR" sz="1500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  <m:sup/>
                      <m:e>
                        <m:rad>
                          <m:radPr>
                            <m:degHide m:val="on"/>
                            <m:ctrlPr>
                              <a:rPr lang="fr-FR" sz="15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fr-FR" sz="15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l-GR" sz="1500" i="1">
                                    <a:latin typeface="Cambria Math" panose="02040503050406030204" pitchFamily="18" charset="0"/>
                                  </a:rPr>
                                  <m:t>η</m:t>
                                </m:r>
                              </m:e>
                              <m:sub>
                                <m:r>
                                  <a:rPr lang="fr-FR" sz="15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fr-FR" sz="15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l-GR" sz="1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sz="15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fr-FR" sz="15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rad>
                      </m:e>
                    </m:nary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sSub>
                          <m:sSubPr>
                            <m:ctrlPr>
                              <a:rPr lang="fr-FR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fr-FR" sz="15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fr-FR" sz="1500" dirty="0" smtClean="0"/>
                  <a:t> </a:t>
                </a:r>
                <a:endParaRPr lang="fr-FR" sz="1500" dirty="0"/>
              </a:p>
            </p:txBody>
          </p:sp>
        </mc:Choice>
        <mc:Fallback xmlns="">
          <p:sp>
            <p:nvSpPr>
              <p:cNvPr id="42" name="ZoneTexte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08" y="4357697"/>
                <a:ext cx="4509565" cy="790858"/>
              </a:xfrm>
              <a:prstGeom prst="rect">
                <a:avLst/>
              </a:prstGeom>
              <a:blipFill>
                <a:blip r:embed="rId21"/>
                <a:stretch>
                  <a:fillRect l="-1624" t="-769" b="-7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ZoneTexte 42"/>
              <p:cNvSpPr txBox="1"/>
              <p:nvPr/>
            </p:nvSpPr>
            <p:spPr>
              <a:xfrm>
                <a:off x="1051291" y="6018158"/>
                <a:ext cx="3854197" cy="55579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fr-FR" sz="1500" b="0" i="1" smtClean="0">
                          <a:latin typeface="Cambria Math" panose="02040503050406030204" pitchFamily="18" charset="0"/>
                        </a:rPr>
                        <m:t>≜</m:t>
                      </m:r>
                      <m:r>
                        <a:rPr lang="fr-FR" sz="15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fr-FR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sz="1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5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fr-FR" sz="1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fr-FR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fr-FR" sz="15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fr-FR" sz="15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fr-FR" sz="15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𝒉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fr-FR" sz="1500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fr-FR" sz="15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sz="15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fr-FR" sz="15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fr-FR" sz="15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fr-FR" sz="1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1500" i="1">
                                  <a:latin typeface="Cambria Math" panose="020405030504060302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l-GR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fr-F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5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l-GR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fr-FR" sz="15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fr-FR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500" i="1">
                                      <a:latin typeface="Cambria Math" panose="02040503050406030204" pitchFamily="18" charset="0"/>
                                    </a:rPr>
                                    <m:t>𝒫</m:t>
                                  </m:r>
                                </m:e>
                                <m:sub>
                                  <m:r>
                                    <a:rPr lang="fr-FR" sz="15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fr-FR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500" i="1">
                                      <a:latin typeface="Cambria Math" panose="02040503050406030204" pitchFamily="18" charset="0"/>
                                    </a:rPr>
                                    <m:t>η</m:t>
                                  </m:r>
                                </m:e>
                                <m:sub>
                                  <m:r>
                                    <a:rPr lang="fr-FR" sz="15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fr-FR" sz="15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l-GR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fr-FR" sz="15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fr-FR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fr-FR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fr-FR" sz="1500" dirty="0"/>
              </a:p>
            </p:txBody>
          </p:sp>
        </mc:Choice>
        <mc:Fallback xmlns="">
          <p:sp>
            <p:nvSpPr>
              <p:cNvPr id="43" name="ZoneTexte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291" y="6018158"/>
                <a:ext cx="3854197" cy="55579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6535751" y="5100897"/>
                <a:ext cx="3023135" cy="3720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sz="15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5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</m:acc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fr-FR" sz="1500" dirty="0" smtClean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fr-FR" sz="15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fr-FR" sz="15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sz="15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η</m:t>
                            </m:r>
                          </m:e>
                          <m:sub>
                            <m:r>
                              <a:rPr lang="fr-FR" sz="15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fr-FR" sz="15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sSub>
                          <m:sSubPr>
                            <m:ctrlPr>
                              <a:rPr lang="el-GR" sz="15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5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fr-FR" sz="15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fr-FR" sz="15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fr-FR" sz="15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fr-FR" sz="15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fr-FR" sz="1500" b="0" i="0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fr-FR" sz="15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fr-FR" sz="15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sz="15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η</m:t>
                            </m:r>
                          </m:e>
                          <m:sub>
                            <m:r>
                              <a:rPr lang="fr-FR" sz="15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fr-FR" sz="15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sSub>
                          <m:sSubPr>
                            <m:ctrlPr>
                              <a:rPr lang="el-GR" sz="15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5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fr-FR" sz="15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fr-FR" sz="15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fr-FR" sz="15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fr-FR" sz="15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</m:sSub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5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sSub>
                          <m:sSubPr>
                            <m:ctrlPr>
                              <a:rPr lang="fr-FR" sz="15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5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fr-FR" sz="15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15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fr-FR" sz="1500" dirty="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5751" y="5100897"/>
                <a:ext cx="3023135" cy="372090"/>
              </a:xfrm>
              <a:prstGeom prst="rect">
                <a:avLst/>
              </a:prstGeom>
              <a:blipFill>
                <a:blip r:embed="rId2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6535751" y="5099808"/>
                <a:ext cx="1963486" cy="3731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sz="15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5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</m:acc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</m:oMath>
                </a14:m>
                <a:r>
                  <a:rPr lang="fr-FR" sz="1500" dirty="0" smtClean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fr-FR" sz="15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fr-FR" sz="15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sz="15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η</m:t>
                            </m:r>
                          </m:e>
                          <m:sub>
                            <m:r>
                              <a:rPr lang="fr-FR" sz="15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fr-FR" sz="15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sSub>
                          <m:sSubPr>
                            <m:ctrlPr>
                              <a:rPr lang="el-GR" sz="15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5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fr-FR" sz="15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fr-FR" sz="15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fr-FR" sz="15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fr-FR" sz="15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5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sSub>
                          <m:sSubPr>
                            <m:ctrlPr>
                              <a:rPr lang="fr-FR" sz="15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5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fr-FR" sz="15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fr-FR" sz="15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fr-FR" sz="15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5751" y="5099808"/>
                <a:ext cx="1963486" cy="373179"/>
              </a:xfrm>
              <a:prstGeom prst="rect">
                <a:avLst/>
              </a:prstGeom>
              <a:blipFill>
                <a:blip r:embed="rId2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6460317" y="5448995"/>
                <a:ext cx="1948034" cy="631776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fr-FR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fr-FR" sz="1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1500" i="1">
                                  <a:latin typeface="Cambria Math" panose="020405030504060302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l-GR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fr-FR" sz="1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  <m:sup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l-GR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fr-FR" sz="1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1500" i="1">
                                  <a:latin typeface="Cambria Math" panose="020405030504060302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l-GR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fr-F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fr-FR" sz="1500" dirty="0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317" y="5448995"/>
                <a:ext cx="1948034" cy="63177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452434" y="5458027"/>
                <a:ext cx="3038781" cy="6317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fr-FR" sz="15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fr-FR" sz="1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500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l-GR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fr-FR" sz="1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  <m:sup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l-GR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fr-FR" sz="1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500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l-GR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fr-F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fr-FR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l-GR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fr-FR" sz="1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500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fr-FR" sz="15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l-GR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fr-F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fr-F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1500" i="1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434" y="5458027"/>
                <a:ext cx="3038781" cy="63177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134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73" grpId="0"/>
      <p:bldP spid="76" grpId="0" animBg="1"/>
      <p:bldP spid="4" grpId="0"/>
      <p:bldP spid="5" grpId="0"/>
      <p:bldP spid="77" grpId="0"/>
      <p:bldP spid="78" grpId="0"/>
      <p:bldP spid="7" grpId="0"/>
      <p:bldP spid="8" grpId="0"/>
      <p:bldP spid="87" grpId="0"/>
      <p:bldP spid="88" grpId="0"/>
      <p:bldP spid="89" grpId="0"/>
      <p:bldP spid="104" grpId="0" animBg="1"/>
      <p:bldP spid="105" grpId="0" animBg="1"/>
      <p:bldP spid="106" grpId="0" animBg="1"/>
      <p:bldP spid="107" grpId="0"/>
      <p:bldP spid="108" grpId="0"/>
      <p:bldP spid="109" grpId="0"/>
      <p:bldP spid="110" grpId="0" animBg="1"/>
      <p:bldP spid="42" grpId="0"/>
      <p:bldP spid="43" grpId="0" animBg="1"/>
      <p:bldP spid="44" grpId="0"/>
      <p:bldP spid="44" grpId="1"/>
      <p:bldP spid="46" grpId="0"/>
      <p:bldP spid="48" grpId="0"/>
      <p:bldP spid="3" grpId="0"/>
      <p:bldP spid="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328" y="4027988"/>
            <a:ext cx="542280" cy="709135"/>
          </a:xfrm>
          <a:prstGeom prst="rect">
            <a:avLst/>
          </a:prstGeom>
        </p:spPr>
      </p:pic>
      <p:sp>
        <p:nvSpPr>
          <p:cNvPr id="11" name="Rectangle à coins arrondis 10"/>
          <p:cNvSpPr/>
          <p:nvPr/>
        </p:nvSpPr>
        <p:spPr>
          <a:xfrm>
            <a:off x="1591221" y="1271813"/>
            <a:ext cx="948990" cy="587998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44000" rtlCol="0" anchor="ctr">
            <a:spAutoFit/>
          </a:bodyPr>
          <a:lstStyle/>
          <a:p>
            <a:pPr algn="ctr"/>
            <a:r>
              <a:rPr lang="fr-FR" dirty="0" smtClean="0"/>
              <a:t>CPU</a:t>
            </a: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872" y="4028409"/>
            <a:ext cx="542280" cy="709135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54" y="4027988"/>
            <a:ext cx="542280" cy="7091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/>
              <p:cNvSpPr txBox="1"/>
              <p:nvPr/>
            </p:nvSpPr>
            <p:spPr>
              <a:xfrm>
                <a:off x="2686034" y="3101231"/>
                <a:ext cx="37817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5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b="0" i="1" dirty="0" smtClean="0">
                              <a:latin typeface="Cambria Math" panose="02040503050406030204" pitchFamily="18" charset="0"/>
                            </a:rPr>
                            <m:t>𝐴𝑃</m:t>
                          </m:r>
                        </m:e>
                        <m:sub>
                          <m:r>
                            <a:rPr lang="fr-FR" sz="15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fr-FR" sz="1500" dirty="0"/>
              </a:p>
            </p:txBody>
          </p:sp>
        </mc:Choice>
        <mc:Fallback xmlns="">
          <p:sp>
            <p:nvSpPr>
              <p:cNvPr id="34" name="ZoneTexte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34" y="3101231"/>
                <a:ext cx="378178" cy="323165"/>
              </a:xfrm>
              <a:prstGeom prst="rect">
                <a:avLst/>
              </a:prstGeom>
              <a:blipFill>
                <a:blip r:embed="rId4"/>
                <a:stretch>
                  <a:fillRect r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9" name="Rectangle 2058"/>
              <p:cNvSpPr/>
              <p:nvPr/>
            </p:nvSpPr>
            <p:spPr>
              <a:xfrm>
                <a:off x="602167" y="4552456"/>
                <a:ext cx="340853" cy="3231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500" dirty="0"/>
              </a:p>
            </p:txBody>
          </p:sp>
        </mc:Choice>
        <mc:Fallback xmlns="">
          <p:sp>
            <p:nvSpPr>
              <p:cNvPr id="2059" name="Rectangle 20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67" y="4552456"/>
                <a:ext cx="340853" cy="3231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1835853" y="4552456"/>
                <a:ext cx="352202" cy="3231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fr-FR" sz="1500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853" y="4552456"/>
                <a:ext cx="352202" cy="3231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3109075" y="4552457"/>
                <a:ext cx="366786" cy="3231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fr-FR" sz="1500" dirty="0"/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075" y="4552457"/>
                <a:ext cx="366786" cy="3231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" name="Image 7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894" y="2374934"/>
            <a:ext cx="585133" cy="9270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67" name="ZoneTexte 2066"/>
              <p:cNvSpPr txBox="1"/>
              <p:nvPr/>
            </p:nvSpPr>
            <p:spPr>
              <a:xfrm>
                <a:off x="921581" y="3165021"/>
                <a:ext cx="323757" cy="2308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𝐴𝑃</m:t>
                          </m:r>
                        </m:e>
                        <m:sub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500" dirty="0"/>
              </a:p>
            </p:txBody>
          </p:sp>
        </mc:Choice>
        <mc:Fallback xmlns="">
          <p:sp>
            <p:nvSpPr>
              <p:cNvPr id="2067" name="ZoneTexte 20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581" y="3165021"/>
                <a:ext cx="323757" cy="230832"/>
              </a:xfrm>
              <a:prstGeom prst="rect">
                <a:avLst/>
              </a:prstGeom>
              <a:blipFill>
                <a:blip r:embed="rId9"/>
                <a:stretch>
                  <a:fillRect l="-16981" r="-9434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necteur droit 45"/>
          <p:cNvCxnSpPr>
            <a:stCxn id="71" idx="3"/>
            <a:endCxn id="95" idx="1"/>
          </p:cNvCxnSpPr>
          <p:nvPr/>
        </p:nvCxnSpPr>
        <p:spPr>
          <a:xfrm flipV="1">
            <a:off x="1376027" y="2831847"/>
            <a:ext cx="1224510" cy="663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Connecteur droit 48"/>
          <p:cNvCxnSpPr>
            <a:stCxn id="19" idx="3"/>
            <a:endCxn id="18" idx="1"/>
          </p:cNvCxnSpPr>
          <p:nvPr/>
        </p:nvCxnSpPr>
        <p:spPr>
          <a:xfrm>
            <a:off x="1043734" y="4382556"/>
            <a:ext cx="687138" cy="421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Connecteur droit 58"/>
          <p:cNvCxnSpPr>
            <a:stCxn id="18" idx="3"/>
            <a:endCxn id="10" idx="1"/>
          </p:cNvCxnSpPr>
          <p:nvPr/>
        </p:nvCxnSpPr>
        <p:spPr>
          <a:xfrm flipV="1">
            <a:off x="2273152" y="4382556"/>
            <a:ext cx="748176" cy="421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9</a:t>
            </a:fld>
            <a:endParaRPr lang="fr-FR"/>
          </a:p>
        </p:txBody>
      </p:sp>
      <p:cxnSp>
        <p:nvCxnSpPr>
          <p:cNvPr id="12" name="Connecteur droit avec flèche 11"/>
          <p:cNvCxnSpPr>
            <a:stCxn id="11" idx="2"/>
            <a:endCxn id="95" idx="0"/>
          </p:cNvCxnSpPr>
          <p:nvPr/>
        </p:nvCxnSpPr>
        <p:spPr>
          <a:xfrm>
            <a:off x="2065716" y="1859811"/>
            <a:ext cx="835962" cy="494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>
            <a:stCxn id="11" idx="2"/>
            <a:endCxn id="71" idx="0"/>
          </p:cNvCxnSpPr>
          <p:nvPr/>
        </p:nvCxnSpPr>
        <p:spPr>
          <a:xfrm flipH="1">
            <a:off x="1083461" y="1859811"/>
            <a:ext cx="982255" cy="515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Accolade ouvrante 63"/>
          <p:cNvSpPr/>
          <p:nvPr/>
        </p:nvSpPr>
        <p:spPr>
          <a:xfrm rot="16200000">
            <a:off x="3850401" y="2602739"/>
            <a:ext cx="169408" cy="29985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/>
              <p:cNvSpPr txBox="1"/>
              <p:nvPr/>
            </p:nvSpPr>
            <p:spPr>
              <a:xfrm>
                <a:off x="3720180" y="2849885"/>
                <a:ext cx="436056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fr-F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ZoneTexte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180" y="2849885"/>
                <a:ext cx="436056" cy="184666"/>
              </a:xfrm>
              <a:prstGeom prst="rect">
                <a:avLst/>
              </a:prstGeom>
              <a:blipFill>
                <a:blip r:embed="rId10"/>
                <a:stretch>
                  <a:fillRect l="-8333" r="-6944" b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ZoneTexte 66"/>
              <p:cNvSpPr txBox="1"/>
              <p:nvPr/>
            </p:nvSpPr>
            <p:spPr>
              <a:xfrm>
                <a:off x="5096983" y="2890995"/>
                <a:ext cx="430502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fr-F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ZoneTexte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983" y="2890995"/>
                <a:ext cx="430502" cy="184666"/>
              </a:xfrm>
              <a:prstGeom prst="rect">
                <a:avLst/>
              </a:prstGeom>
              <a:blipFill>
                <a:blip r:embed="rId11"/>
                <a:stretch>
                  <a:fillRect l="-5634" r="-5634" b="-64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/>
              <p:cNvSpPr/>
              <p:nvPr/>
            </p:nvSpPr>
            <p:spPr>
              <a:xfrm>
                <a:off x="2541677" y="1857578"/>
                <a:ext cx="36577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8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677" y="1857578"/>
                <a:ext cx="36577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1160089" y="1857578"/>
                <a:ext cx="36577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089" y="1857578"/>
                <a:ext cx="36577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llipse 1"/>
          <p:cNvSpPr/>
          <p:nvPr/>
        </p:nvSpPr>
        <p:spPr>
          <a:xfrm>
            <a:off x="4311782" y="2325160"/>
            <a:ext cx="543989" cy="432035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cxnSp>
        <p:nvCxnSpPr>
          <p:cNvPr id="22" name="Connecteur droit avec flèche 21"/>
          <p:cNvCxnSpPr>
            <a:stCxn id="34" idx="2"/>
            <a:endCxn id="10" idx="0"/>
          </p:cNvCxnSpPr>
          <p:nvPr/>
        </p:nvCxnSpPr>
        <p:spPr>
          <a:xfrm>
            <a:off x="2875123" y="3424396"/>
            <a:ext cx="417345" cy="603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>
            <a:stCxn id="34" idx="2"/>
            <a:endCxn id="18" idx="0"/>
          </p:cNvCxnSpPr>
          <p:nvPr/>
        </p:nvCxnSpPr>
        <p:spPr>
          <a:xfrm flipH="1">
            <a:off x="2002012" y="3424396"/>
            <a:ext cx="873111" cy="604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/>
          <p:cNvCxnSpPr>
            <a:stCxn id="34" idx="2"/>
            <a:endCxn id="19" idx="0"/>
          </p:cNvCxnSpPr>
          <p:nvPr/>
        </p:nvCxnSpPr>
        <p:spPr>
          <a:xfrm flipH="1">
            <a:off x="772594" y="3424396"/>
            <a:ext cx="2102529" cy="603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>
            <a:stCxn id="2067" idx="2"/>
            <a:endCxn id="18" idx="0"/>
          </p:cNvCxnSpPr>
          <p:nvPr/>
        </p:nvCxnSpPr>
        <p:spPr>
          <a:xfrm>
            <a:off x="1083460" y="3395853"/>
            <a:ext cx="918552" cy="632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/>
          <p:cNvCxnSpPr>
            <a:stCxn id="2067" idx="2"/>
            <a:endCxn id="19" idx="0"/>
          </p:cNvCxnSpPr>
          <p:nvPr/>
        </p:nvCxnSpPr>
        <p:spPr>
          <a:xfrm flipH="1">
            <a:off x="772594" y="3395853"/>
            <a:ext cx="310866" cy="632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/>
          <p:cNvCxnSpPr>
            <a:stCxn id="2067" idx="2"/>
            <a:endCxn id="10" idx="0"/>
          </p:cNvCxnSpPr>
          <p:nvPr/>
        </p:nvCxnSpPr>
        <p:spPr>
          <a:xfrm>
            <a:off x="1083460" y="3395853"/>
            <a:ext cx="2209008" cy="632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Image 9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0537" y="2354714"/>
            <a:ext cx="602282" cy="954266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122" name="Flèche vers le bas 121"/>
          <p:cNvSpPr/>
          <p:nvPr/>
        </p:nvSpPr>
        <p:spPr>
          <a:xfrm>
            <a:off x="1928875" y="4924089"/>
            <a:ext cx="136842" cy="270526"/>
          </a:xfrm>
          <a:prstGeom prst="downArrow">
            <a:avLst/>
          </a:prstGeom>
          <a:solidFill>
            <a:srgbClr val="009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67" name="ZoneTexte 166"/>
          <p:cNvSpPr txBox="1"/>
          <p:nvPr/>
        </p:nvSpPr>
        <p:spPr>
          <a:xfrm>
            <a:off x="7176000" y="2104984"/>
            <a:ext cx="1636987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Precoding Matrix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175515" y="2496502"/>
            <a:ext cx="434926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MRT: </a:t>
            </a:r>
            <a:r>
              <a:rPr lang="en-US" i="1" dirty="0"/>
              <a:t>Maximum Ratio Transmission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FZF : </a:t>
            </a:r>
            <a:r>
              <a:rPr lang="en-US" i="1" dirty="0"/>
              <a:t>Full-Pilot Zero-Forcing Precoding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PZF : </a:t>
            </a:r>
            <a:r>
              <a:rPr lang="en-US" i="1" dirty="0"/>
              <a:t>Partial Zero-Forcing </a:t>
            </a:r>
            <a:r>
              <a:rPr lang="en-US" i="1" dirty="0" smtClean="0"/>
              <a:t>Precoding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RZF : </a:t>
            </a:r>
            <a:r>
              <a:rPr lang="en-US" i="1" dirty="0"/>
              <a:t>Regularized </a:t>
            </a:r>
            <a:r>
              <a:rPr lang="en-US" i="1" dirty="0" smtClean="0"/>
              <a:t>Zero-Forcing</a:t>
            </a:r>
            <a:endParaRPr lang="en-US" i="1" dirty="0"/>
          </a:p>
        </p:txBody>
      </p:sp>
      <p:sp>
        <p:nvSpPr>
          <p:cNvPr id="174" name="Titre 2"/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anchorCtr="1"/>
          <a:lstStyle/>
          <a:p>
            <a:r>
              <a:rPr lang="fr-FR" spc="38" dirty="0" err="1" smtClean="0">
                <a:solidFill>
                  <a:srgbClr val="202020"/>
                </a:solidFill>
              </a:rPr>
              <a:t>Downlink</a:t>
            </a:r>
            <a:r>
              <a:rPr lang="fr-FR" spc="38" dirty="0" smtClean="0">
                <a:solidFill>
                  <a:srgbClr val="202020"/>
                </a:solidFill>
              </a:rPr>
              <a:t> transmissio</a:t>
            </a:r>
            <a:r>
              <a:rPr lang="fr-FR" spc="38" dirty="0">
                <a:solidFill>
                  <a:srgbClr val="202020"/>
                </a:solidFill>
              </a:rPr>
              <a:t>n</a:t>
            </a:r>
            <a:r>
              <a:rPr lang="fr-FR" spc="38" dirty="0" smtClean="0">
                <a:solidFill>
                  <a:srgbClr val="202020"/>
                </a:solidFill>
              </a:rPr>
              <a:t>: </a:t>
            </a:r>
            <a:r>
              <a:rPr lang="fr-FR" spc="38" dirty="0" err="1" smtClean="0">
                <a:solidFill>
                  <a:srgbClr val="202020"/>
                </a:solidFill>
              </a:rPr>
              <a:t>Received</a:t>
            </a:r>
            <a:r>
              <a:rPr lang="fr-FR" spc="38" dirty="0" smtClean="0">
                <a:solidFill>
                  <a:srgbClr val="202020"/>
                </a:solidFill>
              </a:rPr>
              <a:t> signal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/>
              <p:cNvSpPr txBox="1"/>
              <p:nvPr/>
            </p:nvSpPr>
            <p:spPr>
              <a:xfrm>
                <a:off x="3736031" y="2378388"/>
                <a:ext cx="1728678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ZoneTexte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031" y="2378388"/>
                <a:ext cx="1728678" cy="289182"/>
              </a:xfrm>
              <a:prstGeom prst="rect">
                <a:avLst/>
              </a:prstGeom>
              <a:blipFill>
                <a:blip r:embed="rId16"/>
                <a:stretch>
                  <a:fillRect l="-141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Accolade ouvrante 60"/>
          <p:cNvSpPr/>
          <p:nvPr/>
        </p:nvSpPr>
        <p:spPr>
          <a:xfrm rot="16200000">
            <a:off x="5227530" y="2612760"/>
            <a:ext cx="169408" cy="29985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0" name="Image 6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55650" y="3840139"/>
            <a:ext cx="1054201" cy="297195"/>
          </a:xfrm>
          <a:prstGeom prst="rect">
            <a:avLst/>
          </a:prstGeom>
        </p:spPr>
      </p:pic>
      <p:pic>
        <p:nvPicPr>
          <p:cNvPr id="72" name="Image 7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82300" y="4275864"/>
            <a:ext cx="2866272" cy="569236"/>
          </a:xfrm>
          <a:prstGeom prst="rect">
            <a:avLst/>
          </a:prstGeom>
        </p:spPr>
      </p:pic>
      <p:sp>
        <p:nvSpPr>
          <p:cNvPr id="75" name="ZoneTexte 74"/>
          <p:cNvSpPr txBox="1"/>
          <p:nvPr/>
        </p:nvSpPr>
        <p:spPr>
          <a:xfrm>
            <a:off x="7175515" y="3829557"/>
            <a:ext cx="1715534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Power allocation: </a:t>
            </a:r>
          </a:p>
        </p:txBody>
      </p:sp>
      <p:sp>
        <p:nvSpPr>
          <p:cNvPr id="76" name="ZoneTexte 75"/>
          <p:cNvSpPr txBox="1"/>
          <p:nvPr/>
        </p:nvSpPr>
        <p:spPr>
          <a:xfrm>
            <a:off x="7182300" y="4975852"/>
            <a:ext cx="2390398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b="1" dirty="0" err="1" smtClean="0"/>
              <a:t>Bussgang</a:t>
            </a:r>
            <a:r>
              <a:rPr lang="en-US" sz="1400" b="1" dirty="0" smtClean="0"/>
              <a:t> Decomposition</a:t>
            </a:r>
          </a:p>
        </p:txBody>
      </p:sp>
      <p:pic>
        <p:nvPicPr>
          <p:cNvPr id="77" name="Image 7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5944" y="5290762"/>
            <a:ext cx="5451468" cy="1431985"/>
          </a:xfrm>
          <a:prstGeom prst="rect">
            <a:avLst/>
          </a:prstGeom>
        </p:spPr>
      </p:pic>
      <p:sp>
        <p:nvSpPr>
          <p:cNvPr id="78" name="Ellipse 77"/>
          <p:cNvSpPr/>
          <p:nvPr/>
        </p:nvSpPr>
        <p:spPr>
          <a:xfrm>
            <a:off x="4785524" y="2315188"/>
            <a:ext cx="373943" cy="431026"/>
          </a:xfrm>
          <a:prstGeom prst="ellipse">
            <a:avLst/>
          </a:prstGeom>
          <a:noFill/>
          <a:ln w="19050">
            <a:solidFill>
              <a:srgbClr val="A7258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ZoneTexte 78"/>
              <p:cNvSpPr txBox="1"/>
              <p:nvPr/>
            </p:nvSpPr>
            <p:spPr>
              <a:xfrm>
                <a:off x="7204658" y="5414381"/>
                <a:ext cx="1929631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ZoneTexte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658" y="5414381"/>
                <a:ext cx="1929631" cy="289182"/>
              </a:xfrm>
              <a:prstGeom prst="rect">
                <a:avLst/>
              </a:prstGeom>
              <a:blipFill>
                <a:blip r:embed="rId20"/>
                <a:stretch>
                  <a:fillRect l="-949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065029" y="4860677"/>
            <a:ext cx="55816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FFT</a:t>
            </a:r>
            <a:endParaRPr lang="en-US" sz="1500" b="1" dirty="0"/>
          </a:p>
        </p:txBody>
      </p:sp>
      <p:sp>
        <p:nvSpPr>
          <p:cNvPr id="151" name="Rectangle à coins arrondis 236">
            <a:extLst>
              <a:ext uri="{FF2B5EF4-FFF2-40B4-BE49-F238E27FC236}">
                <a16:creationId xmlns:a16="http://schemas.microsoft.com/office/drawing/2014/main" id="{8F681FA0-A9E7-4581-B1CE-2414A33AF3D7}"/>
              </a:ext>
            </a:extLst>
          </p:cNvPr>
          <p:cNvSpPr/>
          <p:nvPr/>
        </p:nvSpPr>
        <p:spPr>
          <a:xfrm rot="5400000">
            <a:off x="4151907" y="3285124"/>
            <a:ext cx="650001" cy="322178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900" b="1" kern="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OFDM</a:t>
            </a:r>
            <a:endParaRPr lang="en-US" sz="900" b="1" kern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Triangle isocèle 151"/>
          <p:cNvSpPr/>
          <p:nvPr/>
        </p:nvSpPr>
        <p:spPr>
          <a:xfrm rot="10800000">
            <a:off x="4311783" y="4087867"/>
            <a:ext cx="326214" cy="301721"/>
          </a:xfrm>
          <a:prstGeom prst="triangle">
            <a:avLst/>
          </a:prstGeom>
          <a:solidFill>
            <a:srgbClr val="E60019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cxnSp>
        <p:nvCxnSpPr>
          <p:cNvPr id="14" name="Connecteur droit avec flèche 13"/>
          <p:cNvCxnSpPr>
            <a:stCxn id="151" idx="3"/>
            <a:endCxn id="152" idx="3"/>
          </p:cNvCxnSpPr>
          <p:nvPr/>
        </p:nvCxnSpPr>
        <p:spPr>
          <a:xfrm flipH="1">
            <a:off x="4474890" y="3771214"/>
            <a:ext cx="2018" cy="316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>
            <a:stCxn id="152" idx="0"/>
          </p:cNvCxnSpPr>
          <p:nvPr/>
        </p:nvCxnSpPr>
        <p:spPr>
          <a:xfrm>
            <a:off x="4474890" y="4389588"/>
            <a:ext cx="0" cy="347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4670690" y="3299086"/>
                <a:ext cx="1285800" cy="3815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𝐈𝐅𝐅𝐓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690" y="3299086"/>
                <a:ext cx="1285800" cy="381515"/>
              </a:xfrm>
              <a:prstGeom prst="rect">
                <a:avLst/>
              </a:prstGeom>
              <a:blipFill>
                <a:blip r:embed="rId21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Rectangle 153"/>
              <p:cNvSpPr/>
              <p:nvPr/>
            </p:nvSpPr>
            <p:spPr>
              <a:xfrm>
                <a:off x="4635980" y="3983446"/>
                <a:ext cx="1661802" cy="5068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𝐟</m:t>
                      </m:r>
                      <m:d>
                        <m:dPr>
                          <m:ctrlPr>
                            <a:rPr lang="fr-F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𝐈𝐅𝐅𝐓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4" name="Rectangle 1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980" y="3983446"/>
                <a:ext cx="1661802" cy="50687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5" name="Connecteur droit avec flèche 154"/>
          <p:cNvCxnSpPr/>
          <p:nvPr/>
        </p:nvCxnSpPr>
        <p:spPr>
          <a:xfrm flipH="1">
            <a:off x="4474889" y="2821239"/>
            <a:ext cx="11385" cy="296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lipse 25"/>
          <p:cNvSpPr/>
          <p:nvPr/>
        </p:nvSpPr>
        <p:spPr>
          <a:xfrm>
            <a:off x="4661036" y="4032248"/>
            <a:ext cx="311459" cy="402449"/>
          </a:xfrm>
          <a:prstGeom prst="ellipse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1763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/>
      <p:bldP spid="67" grpId="0"/>
      <p:bldP spid="68" grpId="0"/>
      <p:bldP spid="69" grpId="0"/>
      <p:bldP spid="2" grpId="0" animBg="1"/>
      <p:bldP spid="2" grpId="1" animBg="1"/>
      <p:bldP spid="122" grpId="0" animBg="1"/>
      <p:bldP spid="167" grpId="0" animBg="1"/>
      <p:bldP spid="123" grpId="0"/>
      <p:bldP spid="60" grpId="0"/>
      <p:bldP spid="61" grpId="0" animBg="1"/>
      <p:bldP spid="75" grpId="0" animBg="1"/>
      <p:bldP spid="76" grpId="0" animBg="1"/>
      <p:bldP spid="78" grpId="0" animBg="1"/>
      <p:bldP spid="78" grpId="1" animBg="1"/>
      <p:bldP spid="79" grpId="0"/>
      <p:bldP spid="9" grpId="0"/>
      <p:bldP spid="151" grpId="0" animBg="1"/>
      <p:bldP spid="152" grpId="0" animBg="1"/>
      <p:bldP spid="24" grpId="0"/>
      <p:bldP spid="154" grpId="0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10</a:t>
            </a:fld>
            <a:endParaRPr lang="fr-FR"/>
          </a:p>
        </p:txBody>
      </p:sp>
      <p:sp>
        <p:nvSpPr>
          <p:cNvPr id="7" name="Titre 2"/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anchorCtr="1"/>
          <a:lstStyle/>
          <a:p>
            <a:r>
              <a:rPr lang="fr-FR" spc="38" dirty="0" err="1" smtClean="0">
                <a:solidFill>
                  <a:srgbClr val="202020"/>
                </a:solidFill>
              </a:rPr>
              <a:t>Downlink</a:t>
            </a:r>
            <a:r>
              <a:rPr lang="fr-FR" spc="38" dirty="0" smtClean="0">
                <a:solidFill>
                  <a:srgbClr val="202020"/>
                </a:solidFill>
              </a:rPr>
              <a:t> transmissio</a:t>
            </a:r>
            <a:r>
              <a:rPr lang="fr-FR" spc="38" dirty="0">
                <a:solidFill>
                  <a:srgbClr val="202020"/>
                </a:solidFill>
              </a:rPr>
              <a:t>n</a:t>
            </a:r>
            <a:r>
              <a:rPr lang="fr-FR" spc="38" dirty="0" smtClean="0">
                <a:solidFill>
                  <a:srgbClr val="202020"/>
                </a:solidFill>
              </a:rPr>
              <a:t>: </a:t>
            </a:r>
            <a:r>
              <a:rPr lang="fr-FR" spc="38" dirty="0">
                <a:solidFill>
                  <a:srgbClr val="202020"/>
                </a:solidFill>
              </a:rPr>
              <a:t>Spectral </a:t>
            </a:r>
            <a:r>
              <a:rPr lang="fr-FR" spc="38" dirty="0" err="1">
                <a:solidFill>
                  <a:srgbClr val="202020"/>
                </a:solidFill>
              </a:rPr>
              <a:t>Efficiency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731839" y="2124536"/>
                <a:ext cx="6804162" cy="6742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SINR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b="0" i="0" smtClean="0">
                                          <a:latin typeface="Cambria Math" panose="02040503050406030204" pitchFamily="18" charset="0"/>
                                        </a:rPr>
                                        <m:t>CP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b="0" i="0" smtClean="0">
                                          <a:latin typeface="Cambria Math" panose="02040503050406030204" pitchFamily="18" charset="0"/>
                                        </a:rPr>
                                        <m:t>PG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i="0">
                                          <a:latin typeface="Cambria Math" panose="02040503050406030204" pitchFamily="18" charset="0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=1,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i="0">
                                              <a:latin typeface="Cambria Math" panose="02040503050406030204" pitchFamily="18" charset="0"/>
                                            </a:rPr>
                                            <m:t>MUI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p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b="0" i="0" smtClean="0">
                                          <a:latin typeface="Cambria Math" panose="02040503050406030204" pitchFamily="18" charset="0"/>
                                        </a:rPr>
                                        <m:t>PAI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39" y="2124536"/>
                <a:ext cx="6804162" cy="6742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4"/>
          <p:cNvSpPr txBox="1"/>
          <p:nvPr/>
        </p:nvSpPr>
        <p:spPr>
          <a:xfrm>
            <a:off x="3729119" y="1479147"/>
            <a:ext cx="16482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b="1" dirty="0" err="1" smtClean="0">
                <a:solidFill>
                  <a:schemeClr val="accent1"/>
                </a:solidFill>
              </a:rPr>
              <a:t>Coherent</a:t>
            </a:r>
            <a:r>
              <a:rPr lang="fr-FR" sz="1200" b="1" dirty="0" smtClean="0">
                <a:solidFill>
                  <a:schemeClr val="accent1"/>
                </a:solidFill>
              </a:rPr>
              <a:t> </a:t>
            </a:r>
            <a:r>
              <a:rPr lang="fr-FR" sz="1200" b="1" dirty="0" err="1" smtClean="0">
                <a:solidFill>
                  <a:schemeClr val="accent1"/>
                </a:solidFill>
              </a:rPr>
              <a:t>precoding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447563" y="3213246"/>
            <a:ext cx="19865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 err="1" smtClean="0">
                <a:solidFill>
                  <a:schemeClr val="accent1"/>
                </a:solidFill>
              </a:rPr>
              <a:t>Precoding</a:t>
            </a:r>
            <a:r>
              <a:rPr lang="fr-FR" sz="1200" b="1" dirty="0">
                <a:solidFill>
                  <a:schemeClr val="accent1"/>
                </a:solidFill>
              </a:rPr>
              <a:t> </a:t>
            </a:r>
            <a:r>
              <a:rPr lang="fr-FR" sz="1200" b="1" dirty="0" err="1" smtClean="0">
                <a:solidFill>
                  <a:schemeClr val="accent1"/>
                </a:solidFill>
              </a:rPr>
              <a:t>uncertainty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172557" y="3432564"/>
            <a:ext cx="2553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chemeClr val="accent1"/>
                </a:solidFill>
              </a:rPr>
              <a:t>multi-user </a:t>
            </a:r>
            <a:r>
              <a:rPr lang="fr-FR" sz="1200" b="1" dirty="0" err="1" smtClean="0">
                <a:solidFill>
                  <a:schemeClr val="accent1"/>
                </a:solidFill>
              </a:rPr>
              <a:t>interference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5658579" y="3155565"/>
            <a:ext cx="14226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 smtClean="0">
                <a:solidFill>
                  <a:schemeClr val="accent1"/>
                </a:solidFill>
              </a:rPr>
              <a:t>PA </a:t>
            </a:r>
            <a:r>
              <a:rPr lang="fr-FR" sz="1200" b="1" dirty="0" err="1" smtClean="0">
                <a:solidFill>
                  <a:schemeClr val="accent1"/>
                </a:solidFill>
              </a:rPr>
              <a:t>impairements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cxnSp>
        <p:nvCxnSpPr>
          <p:cNvPr id="10" name="Connecteur droit avec flèche 9"/>
          <p:cNvCxnSpPr>
            <a:stCxn id="6" idx="0"/>
            <a:endCxn id="14" idx="2"/>
          </p:cNvCxnSpPr>
          <p:nvPr/>
        </p:nvCxnSpPr>
        <p:spPr>
          <a:xfrm flipV="1">
            <a:off x="2440828" y="2852462"/>
            <a:ext cx="1" cy="360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stCxn id="8" idx="0"/>
            <a:endCxn id="15" idx="2"/>
          </p:cNvCxnSpPr>
          <p:nvPr/>
        </p:nvCxnSpPr>
        <p:spPr>
          <a:xfrm flipH="1" flipV="1">
            <a:off x="4432857" y="2873756"/>
            <a:ext cx="16339" cy="558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>
            <a:stCxn id="9" idx="0"/>
            <a:endCxn id="16" idx="2"/>
          </p:cNvCxnSpPr>
          <p:nvPr/>
        </p:nvCxnSpPr>
        <p:spPr>
          <a:xfrm flipV="1">
            <a:off x="6369928" y="2857739"/>
            <a:ext cx="1" cy="297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à coins arrondis 12"/>
          <p:cNvSpPr/>
          <p:nvPr/>
        </p:nvSpPr>
        <p:spPr>
          <a:xfrm>
            <a:off x="3914695" y="2047373"/>
            <a:ext cx="1277056" cy="39078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4" name="Rectangle à coins arrondis 13"/>
          <p:cNvSpPr/>
          <p:nvPr/>
        </p:nvSpPr>
        <p:spPr>
          <a:xfrm>
            <a:off x="1776000" y="2461679"/>
            <a:ext cx="1329657" cy="390783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5" name="Rectangle à coins arrondis 14"/>
          <p:cNvSpPr/>
          <p:nvPr/>
        </p:nvSpPr>
        <p:spPr>
          <a:xfrm>
            <a:off x="3309713" y="2482973"/>
            <a:ext cx="2246287" cy="39078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sp>
        <p:nvSpPr>
          <p:cNvPr id="16" name="Rectangle à coins arrondis 15"/>
          <p:cNvSpPr/>
          <p:nvPr/>
        </p:nvSpPr>
        <p:spPr>
          <a:xfrm>
            <a:off x="5743857" y="2466956"/>
            <a:ext cx="1252143" cy="390783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44000" tIns="108000" rIns="144000" bIns="144000" rtlCol="0" anchor="ctr">
            <a:spAutoFit/>
          </a:bodyPr>
          <a:lstStyle/>
          <a:p>
            <a:pPr algn="ctr"/>
            <a:endParaRPr lang="en-US" dirty="0" smtClean="0"/>
          </a:p>
        </p:txBody>
      </p:sp>
      <p:cxnSp>
        <p:nvCxnSpPr>
          <p:cNvPr id="17" name="Connecteur droit avec flèche 16"/>
          <p:cNvCxnSpPr>
            <a:stCxn id="5" idx="2"/>
            <a:endCxn id="13" idx="0"/>
          </p:cNvCxnSpPr>
          <p:nvPr/>
        </p:nvCxnSpPr>
        <p:spPr>
          <a:xfrm>
            <a:off x="4553223" y="1756146"/>
            <a:ext cx="0" cy="291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731246" y="1523475"/>
            <a:ext cx="614271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1400" b="1" dirty="0" smtClean="0"/>
              <a:t>SINR</a:t>
            </a:r>
            <a:endParaRPr 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731246" y="6004842"/>
                <a:ext cx="4856586" cy="622350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𝑆𝐸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SINR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46" y="6004842"/>
                <a:ext cx="4856586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ZoneTexte 19"/>
          <p:cNvSpPr txBox="1"/>
          <p:nvPr/>
        </p:nvSpPr>
        <p:spPr>
          <a:xfrm>
            <a:off x="731246" y="5503411"/>
            <a:ext cx="3037948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b="1" dirty="0"/>
              <a:t>Per-RB and per-user </a:t>
            </a:r>
            <a:r>
              <a:rPr lang="en-US" sz="1400" b="1" dirty="0" smtClean="0"/>
              <a:t>DL </a:t>
            </a:r>
            <a:r>
              <a:rPr lang="en-US" sz="1400" b="1" dirty="0"/>
              <a:t>SE [bit/s]</a:t>
            </a:r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46" y="4174292"/>
            <a:ext cx="8640000" cy="1221640"/>
          </a:xfrm>
          <a:prstGeom prst="rect">
            <a:avLst/>
          </a:prstGeom>
          <a:ln w="38100">
            <a:noFill/>
          </a:ln>
        </p:spPr>
      </p:pic>
      <p:sp>
        <p:nvSpPr>
          <p:cNvPr id="35" name="ZoneTexte 34"/>
          <p:cNvSpPr txBox="1"/>
          <p:nvPr/>
        </p:nvSpPr>
        <p:spPr>
          <a:xfrm>
            <a:off x="731246" y="3820165"/>
            <a:ext cx="2455865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1400" b="1" dirty="0" smtClean="0"/>
              <a:t>SINR : </a:t>
            </a:r>
            <a:r>
              <a:rPr lang="fr-FR" sz="1400" b="1" dirty="0" err="1" smtClean="0"/>
              <a:t>Analytic</a:t>
            </a:r>
            <a:r>
              <a:rPr lang="fr-FR" sz="1400" b="1" dirty="0" smtClean="0"/>
              <a:t> expression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15658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11</a:t>
            </a:fld>
            <a:endParaRPr lang="fr-FR"/>
          </a:p>
        </p:txBody>
      </p:sp>
      <p:sp>
        <p:nvSpPr>
          <p:cNvPr id="7" name="Titre 2"/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anchorCtr="1"/>
          <a:lstStyle/>
          <a:p>
            <a:r>
              <a:rPr lang="fr-FR" spc="38" dirty="0" err="1" smtClean="0">
                <a:solidFill>
                  <a:srgbClr val="202020"/>
                </a:solidFill>
              </a:rPr>
              <a:t>Downlink</a:t>
            </a:r>
            <a:r>
              <a:rPr lang="fr-FR" spc="38" dirty="0" smtClean="0">
                <a:solidFill>
                  <a:srgbClr val="202020"/>
                </a:solidFill>
              </a:rPr>
              <a:t> transmissio</a:t>
            </a:r>
            <a:r>
              <a:rPr lang="fr-FR" spc="38" dirty="0">
                <a:solidFill>
                  <a:srgbClr val="202020"/>
                </a:solidFill>
              </a:rPr>
              <a:t>n</a:t>
            </a:r>
            <a:r>
              <a:rPr lang="fr-FR" spc="38" dirty="0" smtClean="0">
                <a:solidFill>
                  <a:srgbClr val="202020"/>
                </a:solidFill>
              </a:rPr>
              <a:t>: CDF of SE</a:t>
            </a:r>
            <a:endParaRPr lang="fr-FR" dirty="0"/>
          </a:p>
        </p:txBody>
      </p:sp>
      <p:grpSp>
        <p:nvGrpSpPr>
          <p:cNvPr id="22" name="Groupe 21"/>
          <p:cNvGrpSpPr/>
          <p:nvPr/>
        </p:nvGrpSpPr>
        <p:grpSpPr>
          <a:xfrm>
            <a:off x="0" y="1872690"/>
            <a:ext cx="3893495" cy="3585233"/>
            <a:chOff x="91544" y="3933056"/>
            <a:chExt cx="3386223" cy="3003885"/>
          </a:xfrm>
        </p:grpSpPr>
        <p:pic>
          <p:nvPicPr>
            <p:cNvPr id="23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544" y="3933056"/>
              <a:ext cx="3386223" cy="2700000"/>
            </a:xfrm>
            <a:prstGeom prst="rect">
              <a:avLst/>
            </a:prstGeom>
          </p:spPr>
        </p:pic>
        <p:pic>
          <p:nvPicPr>
            <p:cNvPr id="24" name="Imag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6724" y="6756941"/>
              <a:ext cx="595863" cy="18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25" name="Groupe 24"/>
          <p:cNvGrpSpPr/>
          <p:nvPr/>
        </p:nvGrpSpPr>
        <p:grpSpPr>
          <a:xfrm>
            <a:off x="3940002" y="1874699"/>
            <a:ext cx="3999996" cy="3583224"/>
            <a:chOff x="3455404" y="3984311"/>
            <a:chExt cx="3478848" cy="3002202"/>
          </a:xfrm>
        </p:grpSpPr>
        <p:pic>
          <p:nvPicPr>
            <p:cNvPr id="26" name="Image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55404" y="3984311"/>
              <a:ext cx="3478848" cy="2700000"/>
            </a:xfrm>
            <a:prstGeom prst="rect">
              <a:avLst/>
            </a:prstGeom>
          </p:spPr>
        </p:pic>
        <p:pic>
          <p:nvPicPr>
            <p:cNvPr id="27" name="Image 2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20887" y="6806513"/>
              <a:ext cx="691203" cy="18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28" name="Imag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0288" y="5603775"/>
            <a:ext cx="3709712" cy="32936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986505" y="1937381"/>
            <a:ext cx="3895607" cy="2631490"/>
          </a:xfrm>
          <a:prstGeom prst="rect">
            <a:avLst/>
          </a:prstGeom>
          <a:ln w="3175">
            <a:noFill/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1500" dirty="0" smtClean="0">
              <a:cs typeface="Calibri" panose="020F050202020403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500" dirty="0"/>
              <a:t>S</a:t>
            </a:r>
            <a:r>
              <a:rPr lang="en-US" sz="1500" dirty="0" smtClean="0"/>
              <a:t>ignificant </a:t>
            </a:r>
            <a:r>
              <a:rPr lang="en-US" sz="1500" dirty="0"/>
              <a:t>impact of </a:t>
            </a:r>
            <a:r>
              <a:rPr lang="en-US" sz="1500" dirty="0" smtClean="0"/>
              <a:t>the PA </a:t>
            </a:r>
            <a:r>
              <a:rPr lang="en-US" sz="1500" dirty="0"/>
              <a:t>non-linearity on the SE performance, especially for UEs with good channels (i.e., upper SE percentiles) </a:t>
            </a:r>
            <a:r>
              <a:rPr lang="en-US" sz="1500" dirty="0" smtClean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15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500" dirty="0" smtClean="0">
                <a:cs typeface="Calibri" panose="020F0502020204030204" pitchFamily="34" charset="0"/>
              </a:rPr>
              <a:t>H</a:t>
            </a:r>
            <a:r>
              <a:rPr lang="en-US" sz="1500" dirty="0" smtClean="0"/>
              <a:t>igher </a:t>
            </a:r>
            <a:r>
              <a:rPr lang="en-US" sz="1500" dirty="0"/>
              <a:t>sensitivity of the local RZF precoding scheme to the PA non-linearity compared with the </a:t>
            </a:r>
            <a:r>
              <a:rPr lang="en-US" sz="1500" dirty="0" smtClean="0"/>
              <a:t>FZF one, </a:t>
            </a:r>
            <a:r>
              <a:rPr lang="en-US" sz="1500" dirty="0"/>
              <a:t>especially at high SE percentiles.</a:t>
            </a:r>
          </a:p>
          <a:p>
            <a:pPr algn="just"/>
            <a:endParaRPr lang="en-US" sz="1500" dirty="0" smtClean="0"/>
          </a:p>
        </p:txBody>
      </p:sp>
    </p:spTree>
    <p:extLst>
      <p:ext uri="{BB962C8B-B14F-4D97-AF65-F5344CB8AC3E}">
        <p14:creationId xmlns:p14="http://schemas.microsoft.com/office/powerpoint/2010/main" val="107834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695999" y="3422647"/>
            <a:ext cx="10789911" cy="45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3756000" y="2610855"/>
            <a:ext cx="7729910" cy="502061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r">
              <a:lnSpc>
                <a:spcPct val="100000"/>
              </a:lnSpc>
              <a:spcBef>
                <a:spcPts val="75"/>
              </a:spcBef>
            </a:pPr>
            <a:r>
              <a:rPr lang="fr-FR" spc="38" dirty="0" err="1" smtClean="0">
                <a:solidFill>
                  <a:srgbClr val="202020"/>
                </a:solidFill>
              </a:rPr>
              <a:t>Thank</a:t>
            </a:r>
            <a:r>
              <a:rPr lang="fr-FR" spc="38" dirty="0" smtClean="0">
                <a:solidFill>
                  <a:srgbClr val="202020"/>
                </a:solidFill>
              </a:rPr>
              <a:t> </a:t>
            </a:r>
            <a:r>
              <a:rPr lang="fr-FR" spc="38" dirty="0" err="1" smtClean="0">
                <a:solidFill>
                  <a:srgbClr val="202020"/>
                </a:solidFill>
              </a:rPr>
              <a:t>you</a:t>
            </a:r>
            <a:r>
              <a:rPr lang="fr-FR" spc="38" dirty="0" smtClean="0">
                <a:solidFill>
                  <a:srgbClr val="202020"/>
                </a:solidFill>
              </a:rPr>
              <a:t> for </a:t>
            </a:r>
            <a:r>
              <a:rPr lang="fr-FR" spc="38" dirty="0" err="1" smtClean="0">
                <a:solidFill>
                  <a:srgbClr val="202020"/>
                </a:solidFill>
              </a:rPr>
              <a:t>your</a:t>
            </a:r>
            <a:r>
              <a:rPr lang="fr-FR" spc="38" dirty="0" smtClean="0">
                <a:solidFill>
                  <a:srgbClr val="202020"/>
                </a:solidFill>
              </a:rPr>
              <a:t> attention</a:t>
            </a:r>
            <a:endParaRPr spc="38" dirty="0">
              <a:solidFill>
                <a:srgbClr val="2020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58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13</a:t>
            </a:fld>
            <a:endParaRPr lang="fr-FR"/>
          </a:p>
        </p:txBody>
      </p:sp>
      <p:sp>
        <p:nvSpPr>
          <p:cNvPr id="7" name="Titre 2"/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anchorCtr="1"/>
          <a:lstStyle/>
          <a:p>
            <a:r>
              <a:rPr lang="fr-FR" spc="38" dirty="0" err="1" smtClean="0">
                <a:solidFill>
                  <a:srgbClr val="202020"/>
                </a:solidFill>
              </a:rPr>
              <a:t>Downlink</a:t>
            </a:r>
            <a:r>
              <a:rPr lang="fr-FR" spc="38" dirty="0" smtClean="0">
                <a:solidFill>
                  <a:srgbClr val="202020"/>
                </a:solidFill>
              </a:rPr>
              <a:t> transmissio</a:t>
            </a:r>
            <a:r>
              <a:rPr lang="fr-FR" spc="38" dirty="0">
                <a:solidFill>
                  <a:srgbClr val="202020"/>
                </a:solidFill>
              </a:rPr>
              <a:t>n</a:t>
            </a:r>
            <a:r>
              <a:rPr lang="fr-FR" spc="38" dirty="0" smtClean="0">
                <a:solidFill>
                  <a:srgbClr val="202020"/>
                </a:solidFill>
              </a:rPr>
              <a:t>: </a:t>
            </a:r>
            <a:r>
              <a:rPr lang="fr-FR" spc="38" dirty="0" err="1" smtClean="0">
                <a:solidFill>
                  <a:srgbClr val="202020"/>
                </a:solidFill>
              </a:rPr>
              <a:t>Median</a:t>
            </a:r>
            <a:r>
              <a:rPr lang="fr-FR" spc="38" dirty="0" smtClean="0">
                <a:solidFill>
                  <a:srgbClr val="202020"/>
                </a:solidFill>
              </a:rPr>
              <a:t> </a:t>
            </a:r>
            <a:r>
              <a:rPr lang="fr-FR" spc="38" dirty="0" err="1" smtClean="0">
                <a:solidFill>
                  <a:srgbClr val="202020"/>
                </a:solidFill>
              </a:rPr>
              <a:t>Avg</a:t>
            </a:r>
            <a:r>
              <a:rPr lang="fr-FR" spc="38" dirty="0" smtClean="0">
                <a:solidFill>
                  <a:srgbClr val="202020"/>
                </a:solidFill>
              </a:rPr>
              <a:t> DL SE</a:t>
            </a:r>
            <a:endParaRPr lang="fr-FR" dirty="0"/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809000"/>
            <a:ext cx="5040000" cy="4028184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000" y="5837184"/>
            <a:ext cx="3437766" cy="3077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33824" y="2349000"/>
            <a:ext cx="4824163" cy="2400657"/>
          </a:xfrm>
          <a:prstGeom prst="rect">
            <a:avLst/>
          </a:prstGeom>
          <a:ln w="3175"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500" dirty="0"/>
              <a:t>RZF precoding can be performed by any number </a:t>
            </a:r>
            <a:r>
              <a:rPr lang="en-US" sz="1500" dirty="0" smtClean="0"/>
              <a:t>of pilots.</a:t>
            </a:r>
            <a:endParaRPr lang="en-US" sz="1500" dirty="0" smtClean="0">
              <a:cs typeface="Calibri" panose="020F050202020403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1500" dirty="0" smtClean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500" dirty="0"/>
              <a:t>In </a:t>
            </a:r>
            <a:r>
              <a:rPr lang="en-US" sz="1500" dirty="0" smtClean="0"/>
              <a:t>linear </a:t>
            </a:r>
            <a:r>
              <a:rPr lang="en-US" sz="1500" dirty="0"/>
              <a:t>case, </a:t>
            </a:r>
            <a:r>
              <a:rPr lang="en-US" sz="1500" dirty="0" smtClean="0"/>
              <a:t>RZF </a:t>
            </a:r>
            <a:r>
              <a:rPr lang="en-US" sz="1500" dirty="0"/>
              <a:t>to achieve much higher SEs in the operation </a:t>
            </a:r>
            <a:r>
              <a:rPr lang="en-US" sz="1500" dirty="0" smtClean="0"/>
              <a:t>regime in </a:t>
            </a:r>
            <a:r>
              <a:rPr lang="en-US" sz="1500" dirty="0"/>
              <a:t>which FZF cannot be </a:t>
            </a:r>
            <a:r>
              <a:rPr lang="en-US" sz="1500" dirty="0" smtClean="0"/>
              <a:t>implemented.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15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500" dirty="0" smtClean="0"/>
              <a:t>In </a:t>
            </a:r>
            <a:r>
              <a:rPr lang="en-US" sz="1500" dirty="0"/>
              <a:t>nonlinear case, FZF performs better than RZF in its </a:t>
            </a:r>
            <a:r>
              <a:rPr lang="en-US" sz="1500" dirty="0" smtClean="0"/>
              <a:t>implementable operation regime.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0714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esentation_CEA-Leti">
  <a:themeElements>
    <a:clrScheme name="CEA 2023">
      <a:dk1>
        <a:srgbClr val="262626"/>
      </a:dk1>
      <a:lt1>
        <a:sysClr val="window" lastClr="FFFFFF"/>
      </a:lt1>
      <a:dk2>
        <a:srgbClr val="E50019"/>
      </a:dk2>
      <a:lt2>
        <a:srgbClr val="FFFFFF"/>
      </a:lt2>
      <a:accent1>
        <a:srgbClr val="3E4A83"/>
      </a:accent1>
      <a:accent2>
        <a:srgbClr val="7E9CBB"/>
      </a:accent2>
      <a:accent3>
        <a:srgbClr val="FFCD31"/>
      </a:accent3>
      <a:accent4>
        <a:srgbClr val="DA837B"/>
      </a:accent4>
      <a:accent5>
        <a:srgbClr val="0093A7"/>
      </a:accent5>
      <a:accent6>
        <a:srgbClr val="BD987A"/>
      </a:accent6>
      <a:hlink>
        <a:srgbClr val="E50019"/>
      </a:hlink>
      <a:folHlink>
        <a:srgbClr val="E50019"/>
      </a:folHlink>
    </a:clrScheme>
    <a:fontScheme name="CEA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44000" tIns="108000" rIns="144000" bIns="144000" rtlCol="0" anchor="ctr">
        <a:spAutoFit/>
      </a:bodyPr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_CEA-Leti" id="{C0A603C3-A469-4800-A906-8DBA5D9D6149}" vid="{D845CC2C-5512-47D9-A545-DDE7E21D2466}"/>
    </a:ext>
  </a:extLst>
</a:theme>
</file>

<file path=ppt/theme/theme2.xml><?xml version="1.0" encoding="utf-8"?>
<a:theme xmlns:a="http://schemas.openxmlformats.org/drawingml/2006/main" name="Thème Office">
  <a:themeElements>
    <a:clrScheme name="CEA Bear">
      <a:dk1>
        <a:srgbClr val="262626"/>
      </a:dk1>
      <a:lt1>
        <a:sysClr val="window" lastClr="FFFFFF"/>
      </a:lt1>
      <a:dk2>
        <a:srgbClr val="E50019"/>
      </a:dk2>
      <a:lt2>
        <a:srgbClr val="FFFFFF"/>
      </a:lt2>
      <a:accent1>
        <a:srgbClr val="3E4A83"/>
      </a:accent1>
      <a:accent2>
        <a:srgbClr val="7E9CBB"/>
      </a:accent2>
      <a:accent3>
        <a:srgbClr val="FFCD31"/>
      </a:accent3>
      <a:accent4>
        <a:srgbClr val="4B5C9B"/>
      </a:accent4>
      <a:accent5>
        <a:srgbClr val="FFE18D"/>
      </a:accent5>
      <a:accent6>
        <a:srgbClr val="5F78C1"/>
      </a:accent6>
      <a:hlink>
        <a:srgbClr val="E50019"/>
      </a:hlink>
      <a:folHlink>
        <a:srgbClr val="E50019"/>
      </a:folHlink>
    </a:clrScheme>
    <a:fontScheme name="CEA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44000" tIns="108000" rIns="144000" bIns="144000" rtlCol="0" anchor="ctr">
        <a:spAutoFit/>
      </a:bodyPr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PT-CEA final-V3.potx" id="{FF3E4A79-542B-4447-9264-4A72F8F32B27}" vid="{8D9C846C-C83C-4B86-9F21-714C58A0D373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Presentation_CEA-Leti</Template>
  <TotalTime>5577</TotalTime>
  <Words>2065</Words>
  <Application>Microsoft Office PowerPoint</Application>
  <PresentationFormat>Grand écran</PresentationFormat>
  <Paragraphs>151</Paragraphs>
  <Slides>13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13</vt:i4>
      </vt:variant>
    </vt:vector>
  </HeadingPairs>
  <TitlesOfParts>
    <vt:vector size="26" baseType="lpstr">
      <vt:lpstr>Arial</vt:lpstr>
      <vt:lpstr>Arial Black</vt:lpstr>
      <vt:lpstr>Avenir LT Std 65 Medium</vt:lpstr>
      <vt:lpstr>Calibri</vt:lpstr>
      <vt:lpstr>Cambria Math</vt:lpstr>
      <vt:lpstr>Roboto</vt:lpstr>
      <vt:lpstr>STIXGeneral-Regular</vt:lpstr>
      <vt:lpstr>Times New Roman</vt:lpstr>
      <vt:lpstr>Verdana</vt:lpstr>
      <vt:lpstr>Wingdings</vt:lpstr>
      <vt:lpstr>Wingdings 3</vt:lpstr>
      <vt:lpstr>Presentation_CEA-Leti</vt:lpstr>
      <vt:lpstr>Thème Office</vt:lpstr>
      <vt:lpstr>Performance of CF-mMIMO systems under HWIs </vt:lpstr>
      <vt:lpstr>Bussgang</vt:lpstr>
      <vt:lpstr>Polynomial approximation of the nonlinear distortion</vt:lpstr>
      <vt:lpstr>AM/AM characteristics</vt:lpstr>
      <vt:lpstr>Power amplifier</vt:lpstr>
      <vt:lpstr>Simulation Setup</vt:lpstr>
      <vt:lpstr>Frame structure &amp; Channel model</vt:lpstr>
      <vt:lpstr>Pilot-based channel estimation</vt:lpstr>
      <vt:lpstr>Downlink transmission: Received signal</vt:lpstr>
      <vt:lpstr>Downlink transmission: Spectral Efficiency</vt:lpstr>
      <vt:lpstr>Downlink transmission: CDF of SE</vt:lpstr>
      <vt:lpstr>Thank you for your attention</vt:lpstr>
      <vt:lpstr>Downlink transmission: Median Avg DL SE</vt:lpstr>
    </vt:vector>
  </TitlesOfParts>
  <Company>CEA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PLOUSEY-DUPOUY Marilyne 222957</dc:creator>
  <cp:lastModifiedBy>MABROUK Asma</cp:lastModifiedBy>
  <cp:revision>474</cp:revision>
  <dcterms:created xsi:type="dcterms:W3CDTF">2023-03-06T10:09:54Z</dcterms:created>
  <dcterms:modified xsi:type="dcterms:W3CDTF">2024-07-02T15:12:21Z</dcterms:modified>
</cp:coreProperties>
</file>